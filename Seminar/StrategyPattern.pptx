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4"/>
  </p:sldMasterIdLst>
  <p:notesMasterIdLst>
    <p:notesMasterId r:id="rId24"/>
  </p:notesMasterIdLst>
  <p:sldIdLst>
    <p:sldId id="256" r:id="rId5"/>
    <p:sldId id="257" r:id="rId6"/>
    <p:sldId id="258" r:id="rId7"/>
    <p:sldId id="314" r:id="rId8"/>
    <p:sldId id="302" r:id="rId9"/>
    <p:sldId id="312" r:id="rId10"/>
    <p:sldId id="265" r:id="rId11"/>
    <p:sldId id="263" r:id="rId12"/>
    <p:sldId id="297" r:id="rId13"/>
    <p:sldId id="298" r:id="rId14"/>
    <p:sldId id="313" r:id="rId15"/>
    <p:sldId id="311" r:id="rId16"/>
    <p:sldId id="303" r:id="rId17"/>
    <p:sldId id="305" r:id="rId18"/>
    <p:sldId id="307" r:id="rId19"/>
    <p:sldId id="308" r:id="rId20"/>
    <p:sldId id="301" r:id="rId21"/>
    <p:sldId id="310" r:id="rId22"/>
    <p:sldId id="267" r:id="rId23"/>
  </p:sldIdLst>
  <p:sldSz cx="9144000" cy="5143500" type="screen16x9"/>
  <p:notesSz cx="6858000" cy="9144000"/>
  <p:embeddedFontLst>
    <p:embeddedFont>
      <p:font typeface="Barlow" panose="020B0604020202020204" charset="0"/>
      <p:regular r:id="rId25"/>
      <p:bold r:id="rId26"/>
      <p:italic r:id="rId27"/>
      <p:boldItalic r:id="rId28"/>
    </p:embeddedFont>
    <p:embeddedFont>
      <p:font typeface="Barlow Semi Condensed" panose="020B0604020202020204" charset="0"/>
      <p:regular r:id="rId29"/>
      <p:bold r:id="rId30"/>
      <p:italic r:id="rId31"/>
      <p:boldItalic r:id="rId32"/>
    </p:embeddedFont>
    <p:embeddedFont>
      <p:font typeface="Barlow Semi Condensed Light" panose="020B0604020202020204" charset="0"/>
      <p:regular r:id="rId33"/>
      <p:bold r:id="rId34"/>
      <p:italic r:id="rId35"/>
      <p:boldItalic r:id="rId36"/>
    </p:embeddedFont>
    <p:embeddedFont>
      <p:font typeface="Fira Sans Extra Condensed Medium" panose="020B0604020202020204" charset="0"/>
      <p:regular r:id="rId37"/>
      <p:bold r:id="rId38"/>
      <p:italic r:id="rId39"/>
      <p:boldItalic r:id="rId40"/>
    </p:embeddedFont>
    <p:embeddedFont>
      <p:font typeface="Oswald" panose="020B0604020202020204" charset="0"/>
      <p:regular r:id="rId41"/>
      <p:bold r:id="rId42"/>
    </p:embeddedFont>
    <p:embeddedFont>
      <p:font typeface="Roboto Slab Regular" panose="020B0604020202020204" charset="0"/>
      <p:regular r:id="rId43"/>
      <p:bold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F2F2"/>
    <a:srgbClr val="434343"/>
    <a:srgbClr val="E04053"/>
    <a:srgbClr val="7A4600"/>
    <a:srgbClr val="73CFF2"/>
    <a:srgbClr val="C127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249" autoAdjust="0"/>
  </p:normalViewPr>
  <p:slideViewPr>
    <p:cSldViewPr snapToGrid="0">
      <p:cViewPr varScale="1">
        <p:scale>
          <a:sx n="85" d="100"/>
          <a:sy n="85" d="100"/>
        </p:scale>
        <p:origin x="906" y="78"/>
      </p:cViewPr>
      <p:guideLst/>
    </p:cSldViewPr>
  </p:slideViewPr>
  <p:notesTextViewPr>
    <p:cViewPr>
      <p:scale>
        <a:sx n="1" d="1"/>
        <a:sy n="1" d="1"/>
      </p:scale>
      <p:origin x="0" y="0"/>
    </p:cViewPr>
  </p:notesTextViewPr>
  <p:sorterViewPr>
    <p:cViewPr>
      <p:scale>
        <a:sx n="200" d="100"/>
        <a:sy n="200" d="100"/>
      </p:scale>
      <p:origin x="0" y="-378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17.xml"/><Relationship Id="rId34" Type="http://schemas.openxmlformats.org/officeDocument/2006/relationships/font" Target="fonts/font10.fntdata"/><Relationship Id="rId42" Type="http://schemas.openxmlformats.org/officeDocument/2006/relationships/font" Target="fonts/font18.fntdata"/><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font" Target="fonts/font5.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4.fntdata"/><Relationship Id="rId36" Type="http://schemas.openxmlformats.org/officeDocument/2006/relationships/font" Target="fonts/font12.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7.fntdata"/><Relationship Id="rId44" Type="http://schemas.openxmlformats.org/officeDocument/2006/relationships/font" Target="fonts/font20.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font" Target="fonts/font19.fntdata"/><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56c6cb6ce8_1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56c6cb6ce8_1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58d3b44f08_3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58d3b44f08_3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58d3b44f0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58d3b44f0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58d3b44f08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58d3b44f08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173070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58d3b44f08_1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58d3b44f08_1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58d3b44f08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58d3b44f08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58d3b44f08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58d3b44f08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685632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rtl="0"/>
            <a:r>
              <a:rPr lang="en-US" sz="1100" b="1" i="0" u="none" strike="noStrike" cap="none" dirty="0">
                <a:solidFill>
                  <a:srgbClr val="000000"/>
                </a:solidFill>
                <a:effectLst/>
                <a:latin typeface="Arial"/>
                <a:ea typeface="Arial"/>
                <a:cs typeface="Arial"/>
                <a:sym typeface="Arial"/>
              </a:rPr>
              <a:t>Merge Sort</a:t>
            </a:r>
            <a:endParaRPr lang="en-US" sz="1100" b="0" i="0" u="none" strike="noStrike" cap="none" dirty="0">
              <a:solidFill>
                <a:srgbClr val="000000"/>
              </a:solidFill>
              <a:effectLst/>
              <a:latin typeface="Arial"/>
              <a:ea typeface="Arial"/>
              <a:cs typeface="Arial"/>
              <a:sym typeface="Arial"/>
            </a:endParaRPr>
          </a:p>
          <a:p>
            <a:pPr rtl="0"/>
            <a:r>
              <a:rPr lang="en-US" sz="1100" b="0" i="0" u="none" strike="noStrike" cap="none" dirty="0">
                <a:solidFill>
                  <a:srgbClr val="000000"/>
                </a:solidFill>
                <a:effectLst/>
                <a:latin typeface="Arial"/>
                <a:ea typeface="Arial"/>
                <a:cs typeface="Arial"/>
                <a:sym typeface="Arial"/>
              </a:rPr>
              <a:t>Split your array in half. Recursively merge sort the left and right sub-arrays. Then, merge them together (linear time) to get the full sorted array.</a:t>
            </a:r>
          </a:p>
          <a:p>
            <a:pPr rtl="0"/>
            <a:r>
              <a:rPr lang="en-US" sz="1100" b="0" i="0" u="none" strike="noStrike" cap="none" dirty="0">
                <a:solidFill>
                  <a:srgbClr val="000000"/>
                </a:solidFill>
                <a:effectLst/>
                <a:latin typeface="Arial"/>
                <a:ea typeface="Arial"/>
                <a:cs typeface="Arial"/>
                <a:sym typeface="Arial"/>
              </a:rPr>
              <a:t>Pros:</a:t>
            </a:r>
          </a:p>
          <a:p>
            <a:r>
              <a:rPr lang="en-US" sz="1100" b="0" i="0" u="none" strike="noStrike" cap="none" dirty="0">
                <a:solidFill>
                  <a:srgbClr val="000000"/>
                </a:solidFill>
                <a:effectLst/>
                <a:latin typeface="Arial"/>
                <a:ea typeface="Arial"/>
                <a:cs typeface="Arial"/>
                <a:sym typeface="Arial"/>
              </a:rPr>
              <a:t>Has O(</a:t>
            </a:r>
            <a:r>
              <a:rPr lang="en-US" sz="1100" b="0" i="0" u="none" strike="noStrike" cap="none" dirty="0" err="1">
                <a:solidFill>
                  <a:srgbClr val="000000"/>
                </a:solidFill>
                <a:effectLst/>
                <a:latin typeface="Arial"/>
                <a:ea typeface="Arial"/>
                <a:cs typeface="Arial"/>
                <a:sym typeface="Arial"/>
              </a:rPr>
              <a:t>nlogn</a:t>
            </a:r>
            <a:r>
              <a:rPr lang="en-US" sz="1100" b="0" i="0" u="none" strike="noStrike" cap="none" dirty="0">
                <a:solidFill>
                  <a:srgbClr val="000000"/>
                </a:solidFill>
                <a:effectLst/>
                <a:latin typeface="Arial"/>
                <a:ea typeface="Arial"/>
                <a:cs typeface="Arial"/>
                <a:sym typeface="Arial"/>
              </a:rPr>
              <a:t>)O(</a:t>
            </a:r>
            <a:r>
              <a:rPr lang="en-US" sz="1100" b="0" i="0" u="none" strike="noStrike" cap="none" dirty="0" err="1">
                <a:solidFill>
                  <a:srgbClr val="000000"/>
                </a:solidFill>
                <a:effectLst/>
                <a:latin typeface="Arial"/>
                <a:ea typeface="Arial"/>
                <a:cs typeface="Arial"/>
                <a:sym typeface="Arial"/>
              </a:rPr>
              <a:t>nlog⁡n</a:t>
            </a:r>
            <a:r>
              <a:rPr lang="en-US" sz="1100" b="0" i="0" u="none" strike="noStrike" cap="none" dirty="0">
                <a:solidFill>
                  <a:srgbClr val="000000"/>
                </a:solidFill>
                <a:effectLst/>
                <a:latin typeface="Arial"/>
                <a:ea typeface="Arial"/>
                <a:cs typeface="Arial"/>
                <a:sym typeface="Arial"/>
              </a:rPr>
              <a:t>) worst-case run time.</a:t>
            </a:r>
          </a:p>
          <a:p>
            <a:r>
              <a:rPr lang="en-US" sz="1100" b="0" i="0" u="none" strike="noStrike" cap="none" dirty="0">
                <a:solidFill>
                  <a:srgbClr val="000000"/>
                </a:solidFill>
                <a:effectLst/>
                <a:latin typeface="Arial"/>
                <a:ea typeface="Arial"/>
                <a:cs typeface="Arial"/>
                <a:sym typeface="Arial"/>
              </a:rPr>
              <a:t>Of the 3 algorithms here, it is the only one that is stable, so if you want to retain the ordering of comparatively equivalent items, this should be your go-to.</a:t>
            </a:r>
          </a:p>
          <a:p>
            <a:r>
              <a:rPr lang="en-US" sz="1100" b="0" i="0" u="none" strike="noStrike" cap="none" dirty="0">
                <a:solidFill>
                  <a:srgbClr val="000000"/>
                </a:solidFill>
                <a:effectLst/>
                <a:latin typeface="Arial"/>
                <a:ea typeface="Arial"/>
                <a:cs typeface="Arial"/>
                <a:sym typeface="Arial"/>
              </a:rPr>
              <a:t>Easy to implement on linked list data structures. Does not require random access.</a:t>
            </a:r>
          </a:p>
          <a:p>
            <a:pPr rtl="0"/>
            <a:r>
              <a:rPr lang="en-US" sz="1100" b="0" i="0" u="none" strike="noStrike" cap="none" dirty="0">
                <a:solidFill>
                  <a:srgbClr val="000000"/>
                </a:solidFill>
                <a:effectLst/>
                <a:latin typeface="Arial"/>
                <a:ea typeface="Arial"/>
                <a:cs typeface="Arial"/>
                <a:sym typeface="Arial"/>
              </a:rPr>
              <a:t>Cons:</a:t>
            </a:r>
          </a:p>
          <a:p>
            <a:r>
              <a:rPr lang="en-US" sz="1100" b="0" i="0" u="none" strike="noStrike" cap="none" dirty="0">
                <a:solidFill>
                  <a:srgbClr val="000000"/>
                </a:solidFill>
                <a:effectLst/>
                <a:latin typeface="Arial"/>
                <a:ea typeface="Arial"/>
                <a:cs typeface="Arial"/>
                <a:sym typeface="Arial"/>
              </a:rPr>
              <a:t>Has O(n)O(n) space complexity, which is worse than the other 2 sorts.</a:t>
            </a:r>
          </a:p>
          <a:p>
            <a:r>
              <a:rPr lang="en-US" sz="1100" b="0" i="0" u="none" strike="noStrike" cap="none" dirty="0">
                <a:solidFill>
                  <a:srgbClr val="000000"/>
                </a:solidFill>
                <a:effectLst/>
                <a:latin typeface="Arial"/>
                <a:ea typeface="Arial"/>
                <a:cs typeface="Arial"/>
                <a:sym typeface="Arial"/>
              </a:rPr>
              <a:t>Slower than the other 2 algorithms in practice. Why? You have to write all your data into another array and back into your original one. Copying is usually slower than comparing.</a:t>
            </a:r>
          </a:p>
          <a:p>
            <a:pPr rtl="0"/>
            <a:r>
              <a:rPr lang="en-US" sz="1100" b="1" i="0" u="none" strike="noStrike" cap="none" dirty="0">
                <a:solidFill>
                  <a:srgbClr val="000000"/>
                </a:solidFill>
                <a:effectLst/>
                <a:latin typeface="Arial"/>
                <a:ea typeface="Arial"/>
                <a:cs typeface="Arial"/>
                <a:sym typeface="Arial"/>
              </a:rPr>
              <a:t>Heap Sort</a:t>
            </a:r>
            <a:endParaRPr lang="en-US" sz="1100" b="0" i="0" u="none" strike="noStrike" cap="none" dirty="0">
              <a:solidFill>
                <a:srgbClr val="000000"/>
              </a:solidFill>
              <a:effectLst/>
              <a:latin typeface="Arial"/>
              <a:ea typeface="Arial"/>
              <a:cs typeface="Arial"/>
              <a:sym typeface="Arial"/>
            </a:endParaRPr>
          </a:p>
          <a:p>
            <a:pPr rtl="0"/>
            <a:r>
              <a:rPr lang="en-US" sz="1100" b="0" i="0" u="none" strike="noStrike" cap="none" dirty="0">
                <a:solidFill>
                  <a:srgbClr val="000000"/>
                </a:solidFill>
                <a:effectLst/>
                <a:latin typeface="Arial"/>
                <a:ea typeface="Arial"/>
                <a:cs typeface="Arial"/>
                <a:sym typeface="Arial"/>
              </a:rPr>
              <a:t>Generate a heap data structure on the array. Then, pop the top of the heap and move it to the end of the array. Repeat until the heap is empty and the entire array is sorted.</a:t>
            </a:r>
          </a:p>
          <a:p>
            <a:pPr rtl="0"/>
            <a:r>
              <a:rPr lang="en-US" sz="1100" b="0" i="0" u="none" strike="noStrike" cap="none" dirty="0">
                <a:solidFill>
                  <a:srgbClr val="000000"/>
                </a:solidFill>
                <a:effectLst/>
                <a:latin typeface="Arial"/>
                <a:ea typeface="Arial"/>
                <a:cs typeface="Arial"/>
                <a:sym typeface="Arial"/>
              </a:rPr>
              <a:t>Pros:</a:t>
            </a:r>
          </a:p>
          <a:p>
            <a:r>
              <a:rPr lang="en-US" sz="1100" b="0" i="0" u="none" strike="noStrike" cap="none" dirty="0">
                <a:solidFill>
                  <a:srgbClr val="000000"/>
                </a:solidFill>
                <a:effectLst/>
                <a:latin typeface="Arial"/>
                <a:ea typeface="Arial"/>
                <a:cs typeface="Arial"/>
                <a:sym typeface="Arial"/>
              </a:rPr>
              <a:t>Has O(</a:t>
            </a:r>
            <a:r>
              <a:rPr lang="en-US" sz="1100" b="0" i="0" u="none" strike="noStrike" cap="none" dirty="0" err="1">
                <a:solidFill>
                  <a:srgbClr val="000000"/>
                </a:solidFill>
                <a:effectLst/>
                <a:latin typeface="Arial"/>
                <a:ea typeface="Arial"/>
                <a:cs typeface="Arial"/>
                <a:sym typeface="Arial"/>
              </a:rPr>
              <a:t>nlogn</a:t>
            </a:r>
            <a:r>
              <a:rPr lang="en-US" sz="1100" b="0" i="0" u="none" strike="noStrike" cap="none" dirty="0">
                <a:solidFill>
                  <a:srgbClr val="000000"/>
                </a:solidFill>
                <a:effectLst/>
                <a:latin typeface="Arial"/>
                <a:ea typeface="Arial"/>
                <a:cs typeface="Arial"/>
                <a:sym typeface="Arial"/>
              </a:rPr>
              <a:t>)O(</a:t>
            </a:r>
            <a:r>
              <a:rPr lang="en-US" sz="1100" b="0" i="0" u="none" strike="noStrike" cap="none" dirty="0" err="1">
                <a:solidFill>
                  <a:srgbClr val="000000"/>
                </a:solidFill>
                <a:effectLst/>
                <a:latin typeface="Arial"/>
                <a:ea typeface="Arial"/>
                <a:cs typeface="Arial"/>
                <a:sym typeface="Arial"/>
              </a:rPr>
              <a:t>nlog⁡n</a:t>
            </a:r>
            <a:r>
              <a:rPr lang="en-US" sz="1100" b="0" i="0" u="none" strike="noStrike" cap="none" dirty="0">
                <a:solidFill>
                  <a:srgbClr val="000000"/>
                </a:solidFill>
                <a:effectLst/>
                <a:latin typeface="Arial"/>
                <a:ea typeface="Arial"/>
                <a:cs typeface="Arial"/>
                <a:sym typeface="Arial"/>
              </a:rPr>
              <a:t>) worst-case run time.</a:t>
            </a:r>
          </a:p>
          <a:p>
            <a:r>
              <a:rPr lang="en-US" sz="1100" b="0" i="0" u="none" strike="noStrike" cap="none" dirty="0">
                <a:solidFill>
                  <a:srgbClr val="000000"/>
                </a:solidFill>
                <a:effectLst/>
                <a:latin typeface="Arial"/>
                <a:ea typeface="Arial"/>
                <a:cs typeface="Arial"/>
                <a:sym typeface="Arial"/>
              </a:rPr>
              <a:t>Can sort in-place so uses O(1)O(1) additional space.</a:t>
            </a:r>
          </a:p>
          <a:p>
            <a:pPr rtl="0"/>
            <a:r>
              <a:rPr lang="en-US" sz="1100" b="0" i="0" u="none" strike="noStrike" cap="none" dirty="0">
                <a:solidFill>
                  <a:srgbClr val="000000"/>
                </a:solidFill>
                <a:effectLst/>
                <a:latin typeface="Arial"/>
                <a:ea typeface="Arial"/>
                <a:cs typeface="Arial"/>
                <a:sym typeface="Arial"/>
              </a:rPr>
              <a:t>Cons:</a:t>
            </a:r>
          </a:p>
          <a:p>
            <a:r>
              <a:rPr lang="en-US" sz="1100" b="0" i="0" u="none" strike="noStrike" cap="none" dirty="0">
                <a:solidFill>
                  <a:srgbClr val="000000"/>
                </a:solidFill>
                <a:effectLst/>
                <a:latin typeface="Arial"/>
                <a:ea typeface="Arial"/>
                <a:cs typeface="Arial"/>
                <a:sym typeface="Arial"/>
              </a:rPr>
              <a:t>Unstable!</a:t>
            </a:r>
          </a:p>
          <a:p>
            <a:r>
              <a:rPr lang="en-US" sz="1100" b="0" i="0" u="none" strike="noStrike" cap="none" dirty="0">
                <a:solidFill>
                  <a:srgbClr val="000000"/>
                </a:solidFill>
                <a:effectLst/>
                <a:latin typeface="Arial"/>
                <a:ea typeface="Arial"/>
                <a:cs typeface="Arial"/>
                <a:sym typeface="Arial"/>
              </a:rPr>
              <a:t>Still much slower than Quick Sort on average. You still need to perform a swap on every element in the array, even if it’s already in the right place.</a:t>
            </a:r>
          </a:p>
          <a:p>
            <a:pPr rtl="0"/>
            <a:r>
              <a:rPr lang="en-US" sz="1100" b="1" i="0" u="none" strike="noStrike" cap="none" dirty="0">
                <a:solidFill>
                  <a:srgbClr val="000000"/>
                </a:solidFill>
                <a:effectLst/>
                <a:latin typeface="Arial"/>
                <a:ea typeface="Arial"/>
                <a:cs typeface="Arial"/>
                <a:sym typeface="Arial"/>
              </a:rPr>
              <a:t>Quick Sort</a:t>
            </a:r>
            <a:endParaRPr lang="en-US" sz="1100" b="0" i="0" u="none" strike="noStrike" cap="none" dirty="0">
              <a:solidFill>
                <a:srgbClr val="000000"/>
              </a:solidFill>
              <a:effectLst/>
              <a:latin typeface="Arial"/>
              <a:ea typeface="Arial"/>
              <a:cs typeface="Arial"/>
              <a:sym typeface="Arial"/>
            </a:endParaRPr>
          </a:p>
          <a:p>
            <a:pPr rtl="0"/>
            <a:r>
              <a:rPr lang="en-US" sz="1100" b="0" i="0" u="none" strike="noStrike" cap="none" dirty="0">
                <a:solidFill>
                  <a:srgbClr val="000000"/>
                </a:solidFill>
                <a:effectLst/>
                <a:latin typeface="Arial"/>
                <a:ea typeface="Arial"/>
                <a:cs typeface="Arial"/>
                <a:sym typeface="Arial"/>
              </a:rPr>
              <a:t>Pick a pivot from the array and partition the array into sub-arrays. Everything in the left sub-array is less than the pivot. Everything in the right sub-array is greater than the pivot. Recursively sort the left and right sub-arrays.</a:t>
            </a:r>
          </a:p>
          <a:p>
            <a:pPr rtl="0"/>
            <a:r>
              <a:rPr lang="en-US" sz="1100" b="0" i="0" u="none" strike="noStrike" cap="none" dirty="0">
                <a:solidFill>
                  <a:srgbClr val="000000"/>
                </a:solidFill>
                <a:effectLst/>
                <a:latin typeface="Arial"/>
                <a:ea typeface="Arial"/>
                <a:cs typeface="Arial"/>
                <a:sym typeface="Arial"/>
              </a:rPr>
              <a:t>Pros:</a:t>
            </a:r>
          </a:p>
          <a:p>
            <a:r>
              <a:rPr lang="en-US" sz="1100" b="0" i="0" u="none" strike="noStrike" cap="none" dirty="0">
                <a:solidFill>
                  <a:srgbClr val="000000"/>
                </a:solidFill>
                <a:effectLst/>
                <a:latin typeface="Arial"/>
                <a:ea typeface="Arial"/>
                <a:cs typeface="Arial"/>
                <a:sym typeface="Arial"/>
              </a:rPr>
              <a:t>Generally the fastest sorting algorithm in practice. It only swaps what needs to be swapped. Swaps are slow!</a:t>
            </a:r>
          </a:p>
          <a:p>
            <a:r>
              <a:rPr lang="en-US" sz="1100" b="0" i="0" u="none" strike="noStrike" cap="none" dirty="0">
                <a:solidFill>
                  <a:srgbClr val="000000"/>
                </a:solidFill>
                <a:effectLst/>
                <a:latin typeface="Arial"/>
                <a:ea typeface="Arial"/>
                <a:cs typeface="Arial"/>
                <a:sym typeface="Arial"/>
              </a:rPr>
              <a:t>Can be performed in-place, but in practice, the stack frames from recursive function calls results in O(</a:t>
            </a:r>
            <a:r>
              <a:rPr lang="en-US" sz="1100" b="0" i="0" u="none" strike="noStrike" cap="none" dirty="0" err="1">
                <a:solidFill>
                  <a:srgbClr val="000000"/>
                </a:solidFill>
                <a:effectLst/>
                <a:latin typeface="Arial"/>
                <a:ea typeface="Arial"/>
                <a:cs typeface="Arial"/>
                <a:sym typeface="Arial"/>
              </a:rPr>
              <a:t>logn</a:t>
            </a:r>
            <a:r>
              <a:rPr lang="en-US" sz="1100" b="0" i="0" u="none" strike="noStrike" cap="none" dirty="0">
                <a:solidFill>
                  <a:srgbClr val="000000"/>
                </a:solidFill>
                <a:effectLst/>
                <a:latin typeface="Arial"/>
                <a:ea typeface="Arial"/>
                <a:cs typeface="Arial"/>
                <a:sym typeface="Arial"/>
              </a:rPr>
              <a:t>)O(</a:t>
            </a:r>
            <a:r>
              <a:rPr lang="en-US" sz="1100" b="0" i="0" u="none" strike="noStrike" cap="none" dirty="0" err="1">
                <a:solidFill>
                  <a:srgbClr val="000000"/>
                </a:solidFill>
                <a:effectLst/>
                <a:latin typeface="Arial"/>
                <a:ea typeface="Arial"/>
                <a:cs typeface="Arial"/>
                <a:sym typeface="Arial"/>
              </a:rPr>
              <a:t>log⁡n</a:t>
            </a:r>
            <a:r>
              <a:rPr lang="en-US" sz="1100" b="0" i="0" u="none" strike="noStrike" cap="none" dirty="0">
                <a:solidFill>
                  <a:srgbClr val="000000"/>
                </a:solidFill>
                <a:effectLst/>
                <a:latin typeface="Arial"/>
                <a:ea typeface="Arial"/>
                <a:cs typeface="Arial"/>
                <a:sym typeface="Arial"/>
              </a:rPr>
              <a:t>) space complexity.</a:t>
            </a:r>
          </a:p>
          <a:p>
            <a:pPr rtl="0"/>
            <a:r>
              <a:rPr lang="en-US" sz="1100" b="0" i="0" u="none" strike="noStrike" cap="none" dirty="0">
                <a:solidFill>
                  <a:srgbClr val="000000"/>
                </a:solidFill>
                <a:effectLst/>
                <a:latin typeface="Arial"/>
                <a:ea typeface="Arial"/>
                <a:cs typeface="Arial"/>
                <a:sym typeface="Arial"/>
              </a:rPr>
              <a:t>Cons:</a:t>
            </a:r>
          </a:p>
          <a:p>
            <a:r>
              <a:rPr lang="en-US" sz="1100" b="0" i="0" u="none" strike="noStrike" cap="none" dirty="0">
                <a:solidFill>
                  <a:srgbClr val="000000"/>
                </a:solidFill>
                <a:effectLst/>
                <a:latin typeface="Arial"/>
                <a:ea typeface="Arial"/>
                <a:cs typeface="Arial"/>
                <a:sym typeface="Arial"/>
              </a:rPr>
              <a:t>Has O(n2)O(n2) in the worst case. Ideally, the chosen pivot is the median. The further away it is from the median, the worse the performance.</a:t>
            </a:r>
          </a:p>
          <a:p>
            <a:r>
              <a:rPr lang="en-US" sz="1100" b="0" i="0" u="none" strike="noStrike" cap="none" dirty="0">
                <a:solidFill>
                  <a:srgbClr val="000000"/>
                </a:solidFill>
                <a:effectLst/>
                <a:latin typeface="Arial"/>
                <a:ea typeface="Arial"/>
                <a:cs typeface="Arial"/>
                <a:sym typeface="Arial"/>
              </a:rPr>
              <a:t>Like Heap Sort, it’s unstable!</a:t>
            </a:r>
          </a:p>
          <a:p>
            <a:endParaRPr lang="en-GB" dirty="0"/>
          </a:p>
        </p:txBody>
      </p:sp>
    </p:spTree>
    <p:extLst>
      <p:ext uri="{BB962C8B-B14F-4D97-AF65-F5344CB8AC3E}">
        <p14:creationId xmlns:p14="http://schemas.microsoft.com/office/powerpoint/2010/main" val="10616242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58d3b44f08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58d3b44f08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Opening slide">
  <p:cSld name="CUSTOM_7">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633122" y="947757"/>
            <a:ext cx="4258500" cy="17823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434343"/>
              </a:buClr>
              <a:buSzPts val="4600"/>
              <a:buNone/>
              <a:defRPr sz="4600">
                <a:solidFill>
                  <a:srgbClr val="434343"/>
                </a:solidFill>
              </a:defRPr>
            </a:lvl1pPr>
            <a:lvl2pPr lvl="1" rtl="0">
              <a:spcBef>
                <a:spcPts val="0"/>
              </a:spcBef>
              <a:spcAft>
                <a:spcPts val="0"/>
              </a:spcAft>
              <a:buClr>
                <a:srgbClr val="434343"/>
              </a:buClr>
              <a:buSzPts val="5200"/>
              <a:buFont typeface="Barlow"/>
              <a:buNone/>
              <a:defRPr sz="5200" b="1">
                <a:solidFill>
                  <a:srgbClr val="434343"/>
                </a:solidFill>
                <a:latin typeface="Barlow"/>
                <a:ea typeface="Barlow"/>
                <a:cs typeface="Barlow"/>
                <a:sym typeface="Barlow"/>
              </a:defRPr>
            </a:lvl2pPr>
            <a:lvl3pPr lvl="2" rtl="0">
              <a:spcBef>
                <a:spcPts val="0"/>
              </a:spcBef>
              <a:spcAft>
                <a:spcPts val="0"/>
              </a:spcAft>
              <a:buClr>
                <a:srgbClr val="434343"/>
              </a:buClr>
              <a:buSzPts val="5200"/>
              <a:buFont typeface="Barlow"/>
              <a:buNone/>
              <a:defRPr sz="5200" b="1">
                <a:solidFill>
                  <a:srgbClr val="434343"/>
                </a:solidFill>
                <a:latin typeface="Barlow"/>
                <a:ea typeface="Barlow"/>
                <a:cs typeface="Barlow"/>
                <a:sym typeface="Barlow"/>
              </a:defRPr>
            </a:lvl3pPr>
            <a:lvl4pPr lvl="3" rtl="0">
              <a:spcBef>
                <a:spcPts val="0"/>
              </a:spcBef>
              <a:spcAft>
                <a:spcPts val="0"/>
              </a:spcAft>
              <a:buClr>
                <a:srgbClr val="434343"/>
              </a:buClr>
              <a:buSzPts val="5200"/>
              <a:buFont typeface="Barlow"/>
              <a:buNone/>
              <a:defRPr sz="5200" b="1">
                <a:solidFill>
                  <a:srgbClr val="434343"/>
                </a:solidFill>
                <a:latin typeface="Barlow"/>
                <a:ea typeface="Barlow"/>
                <a:cs typeface="Barlow"/>
                <a:sym typeface="Barlow"/>
              </a:defRPr>
            </a:lvl4pPr>
            <a:lvl5pPr lvl="4" rtl="0">
              <a:spcBef>
                <a:spcPts val="0"/>
              </a:spcBef>
              <a:spcAft>
                <a:spcPts val="0"/>
              </a:spcAft>
              <a:buClr>
                <a:srgbClr val="434343"/>
              </a:buClr>
              <a:buSzPts val="5200"/>
              <a:buFont typeface="Barlow"/>
              <a:buNone/>
              <a:defRPr sz="5200" b="1">
                <a:solidFill>
                  <a:srgbClr val="434343"/>
                </a:solidFill>
                <a:latin typeface="Barlow"/>
                <a:ea typeface="Barlow"/>
                <a:cs typeface="Barlow"/>
                <a:sym typeface="Barlow"/>
              </a:defRPr>
            </a:lvl5pPr>
            <a:lvl6pPr lvl="5" rtl="0">
              <a:spcBef>
                <a:spcPts val="0"/>
              </a:spcBef>
              <a:spcAft>
                <a:spcPts val="0"/>
              </a:spcAft>
              <a:buClr>
                <a:srgbClr val="434343"/>
              </a:buClr>
              <a:buSzPts val="5200"/>
              <a:buFont typeface="Barlow"/>
              <a:buNone/>
              <a:defRPr sz="5200" b="1">
                <a:solidFill>
                  <a:srgbClr val="434343"/>
                </a:solidFill>
                <a:latin typeface="Barlow"/>
                <a:ea typeface="Barlow"/>
                <a:cs typeface="Barlow"/>
                <a:sym typeface="Barlow"/>
              </a:defRPr>
            </a:lvl6pPr>
            <a:lvl7pPr lvl="6" rtl="0">
              <a:spcBef>
                <a:spcPts val="0"/>
              </a:spcBef>
              <a:spcAft>
                <a:spcPts val="0"/>
              </a:spcAft>
              <a:buClr>
                <a:srgbClr val="434343"/>
              </a:buClr>
              <a:buSzPts val="5200"/>
              <a:buFont typeface="Barlow"/>
              <a:buNone/>
              <a:defRPr sz="5200" b="1">
                <a:solidFill>
                  <a:srgbClr val="434343"/>
                </a:solidFill>
                <a:latin typeface="Barlow"/>
                <a:ea typeface="Barlow"/>
                <a:cs typeface="Barlow"/>
                <a:sym typeface="Barlow"/>
              </a:defRPr>
            </a:lvl7pPr>
            <a:lvl8pPr lvl="7" rtl="0">
              <a:spcBef>
                <a:spcPts val="0"/>
              </a:spcBef>
              <a:spcAft>
                <a:spcPts val="0"/>
              </a:spcAft>
              <a:buClr>
                <a:srgbClr val="434343"/>
              </a:buClr>
              <a:buSzPts val="5200"/>
              <a:buFont typeface="Barlow"/>
              <a:buNone/>
              <a:defRPr sz="5200" b="1">
                <a:solidFill>
                  <a:srgbClr val="434343"/>
                </a:solidFill>
                <a:latin typeface="Barlow"/>
                <a:ea typeface="Barlow"/>
                <a:cs typeface="Barlow"/>
                <a:sym typeface="Barlow"/>
              </a:defRPr>
            </a:lvl8pPr>
            <a:lvl9pPr lvl="8" rtl="0">
              <a:spcBef>
                <a:spcPts val="0"/>
              </a:spcBef>
              <a:spcAft>
                <a:spcPts val="0"/>
              </a:spcAft>
              <a:buClr>
                <a:srgbClr val="434343"/>
              </a:buClr>
              <a:buSzPts val="5200"/>
              <a:buFont typeface="Barlow"/>
              <a:buNone/>
              <a:defRPr sz="5200" b="1">
                <a:solidFill>
                  <a:srgbClr val="434343"/>
                </a:solidFill>
                <a:latin typeface="Barlow"/>
                <a:ea typeface="Barlow"/>
                <a:cs typeface="Barlow"/>
                <a:sym typeface="Barlow"/>
              </a:defRPr>
            </a:lvl9pPr>
          </a:lstStyle>
          <a:p>
            <a:endParaRPr/>
          </a:p>
        </p:txBody>
      </p:sp>
      <p:sp>
        <p:nvSpPr>
          <p:cNvPr id="11" name="Google Shape;11;p2"/>
          <p:cNvSpPr/>
          <p:nvPr/>
        </p:nvSpPr>
        <p:spPr>
          <a:xfrm rot="10800000">
            <a:off x="418601" y="2802801"/>
            <a:ext cx="3380100" cy="541200"/>
          </a:xfrm>
          <a:prstGeom prst="rect">
            <a:avLst/>
          </a:prstGeom>
          <a:no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A273E"/>
              </a:solidFill>
            </a:endParaRPr>
          </a:p>
        </p:txBody>
      </p:sp>
      <p:sp>
        <p:nvSpPr>
          <p:cNvPr id="12" name="Google Shape;12;p2"/>
          <p:cNvSpPr/>
          <p:nvPr/>
        </p:nvSpPr>
        <p:spPr>
          <a:xfrm rot="10800000">
            <a:off x="519600" y="2693850"/>
            <a:ext cx="3380100" cy="541200"/>
          </a:xfrm>
          <a:prstGeom prst="rect">
            <a:avLst/>
          </a:prstGeom>
          <a:solidFill>
            <a:srgbClr val="E040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txBox="1">
            <a:spLocks noGrp="1"/>
          </p:cNvSpPr>
          <p:nvPr>
            <p:ph type="subTitle" idx="1"/>
          </p:nvPr>
        </p:nvSpPr>
        <p:spPr>
          <a:xfrm>
            <a:off x="633122" y="2787054"/>
            <a:ext cx="4352100" cy="717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4F2F2"/>
              </a:buClr>
              <a:buSzPts val="1200"/>
              <a:buFont typeface="Barlow Semi Condensed"/>
              <a:buNone/>
              <a:defRPr>
                <a:solidFill>
                  <a:srgbClr val="F4F2F2"/>
                </a:solidFill>
                <a:latin typeface="Barlow Semi Condensed"/>
                <a:ea typeface="Barlow Semi Condensed"/>
                <a:cs typeface="Barlow Semi Condensed"/>
                <a:sym typeface="Barlow Semi Condensed"/>
              </a:defRPr>
            </a:lvl1pPr>
            <a:lvl2pPr lvl="1" rtl="0">
              <a:lnSpc>
                <a:spcPct val="100000"/>
              </a:lnSpc>
              <a:spcBef>
                <a:spcPts val="0"/>
              </a:spcBef>
              <a:spcAft>
                <a:spcPts val="0"/>
              </a:spcAft>
              <a:buClr>
                <a:srgbClr val="F4F2F2"/>
              </a:buClr>
              <a:buSzPts val="2800"/>
              <a:buNone/>
              <a:defRPr sz="2800">
                <a:solidFill>
                  <a:srgbClr val="F4F2F2"/>
                </a:solidFill>
              </a:defRPr>
            </a:lvl2pPr>
            <a:lvl3pPr lvl="2" rtl="0">
              <a:lnSpc>
                <a:spcPct val="100000"/>
              </a:lnSpc>
              <a:spcBef>
                <a:spcPts val="0"/>
              </a:spcBef>
              <a:spcAft>
                <a:spcPts val="0"/>
              </a:spcAft>
              <a:buClr>
                <a:srgbClr val="F4F2F2"/>
              </a:buClr>
              <a:buSzPts val="2800"/>
              <a:buNone/>
              <a:defRPr sz="2800">
                <a:solidFill>
                  <a:srgbClr val="F4F2F2"/>
                </a:solidFill>
              </a:defRPr>
            </a:lvl3pPr>
            <a:lvl4pPr lvl="3" rtl="0">
              <a:lnSpc>
                <a:spcPct val="100000"/>
              </a:lnSpc>
              <a:spcBef>
                <a:spcPts val="0"/>
              </a:spcBef>
              <a:spcAft>
                <a:spcPts val="0"/>
              </a:spcAft>
              <a:buClr>
                <a:srgbClr val="F4F2F2"/>
              </a:buClr>
              <a:buSzPts val="2800"/>
              <a:buNone/>
              <a:defRPr sz="2800">
                <a:solidFill>
                  <a:srgbClr val="F4F2F2"/>
                </a:solidFill>
              </a:defRPr>
            </a:lvl4pPr>
            <a:lvl5pPr lvl="4" rtl="0">
              <a:lnSpc>
                <a:spcPct val="100000"/>
              </a:lnSpc>
              <a:spcBef>
                <a:spcPts val="0"/>
              </a:spcBef>
              <a:spcAft>
                <a:spcPts val="0"/>
              </a:spcAft>
              <a:buClr>
                <a:srgbClr val="F4F2F2"/>
              </a:buClr>
              <a:buSzPts val="2800"/>
              <a:buNone/>
              <a:defRPr sz="2800">
                <a:solidFill>
                  <a:srgbClr val="F4F2F2"/>
                </a:solidFill>
              </a:defRPr>
            </a:lvl5pPr>
            <a:lvl6pPr lvl="5" rtl="0">
              <a:lnSpc>
                <a:spcPct val="100000"/>
              </a:lnSpc>
              <a:spcBef>
                <a:spcPts val="0"/>
              </a:spcBef>
              <a:spcAft>
                <a:spcPts val="0"/>
              </a:spcAft>
              <a:buClr>
                <a:srgbClr val="F4F2F2"/>
              </a:buClr>
              <a:buSzPts val="2800"/>
              <a:buNone/>
              <a:defRPr sz="2800">
                <a:solidFill>
                  <a:srgbClr val="F4F2F2"/>
                </a:solidFill>
              </a:defRPr>
            </a:lvl6pPr>
            <a:lvl7pPr lvl="6" rtl="0">
              <a:lnSpc>
                <a:spcPct val="100000"/>
              </a:lnSpc>
              <a:spcBef>
                <a:spcPts val="0"/>
              </a:spcBef>
              <a:spcAft>
                <a:spcPts val="0"/>
              </a:spcAft>
              <a:buClr>
                <a:srgbClr val="F4F2F2"/>
              </a:buClr>
              <a:buSzPts val="2800"/>
              <a:buNone/>
              <a:defRPr sz="2800">
                <a:solidFill>
                  <a:srgbClr val="F4F2F2"/>
                </a:solidFill>
              </a:defRPr>
            </a:lvl7pPr>
            <a:lvl8pPr lvl="7" rtl="0">
              <a:lnSpc>
                <a:spcPct val="100000"/>
              </a:lnSpc>
              <a:spcBef>
                <a:spcPts val="0"/>
              </a:spcBef>
              <a:spcAft>
                <a:spcPts val="0"/>
              </a:spcAft>
              <a:buClr>
                <a:srgbClr val="F4F2F2"/>
              </a:buClr>
              <a:buSzPts val="2800"/>
              <a:buNone/>
              <a:defRPr sz="2800">
                <a:solidFill>
                  <a:srgbClr val="F4F2F2"/>
                </a:solidFill>
              </a:defRPr>
            </a:lvl8pPr>
            <a:lvl9pPr lvl="8" rtl="0">
              <a:lnSpc>
                <a:spcPct val="100000"/>
              </a:lnSpc>
              <a:spcBef>
                <a:spcPts val="0"/>
              </a:spcBef>
              <a:spcAft>
                <a:spcPts val="0"/>
              </a:spcAft>
              <a:buClr>
                <a:srgbClr val="F4F2F2"/>
              </a:buClr>
              <a:buSzPts val="2800"/>
              <a:buNone/>
              <a:defRPr sz="2800">
                <a:solidFill>
                  <a:srgbClr val="F4F2F2"/>
                </a:solidFill>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extLst>
    <p:ext uri="{DCECCB84-F9BA-43D5-87BE-67443E8EF086}">
      <p15:sldGuideLst xmlns:p15="http://schemas.microsoft.com/office/powerpoint/2012/main">
        <p15:guide id="1" pos="2880">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of contents">
  <p:cSld name="CUSTOM_17">
    <p:spTree>
      <p:nvGrpSpPr>
        <p:cNvPr id="1" name="Shape 14"/>
        <p:cNvGrpSpPr/>
        <p:nvPr/>
      </p:nvGrpSpPr>
      <p:grpSpPr>
        <a:xfrm>
          <a:off x="0" y="0"/>
          <a:ext cx="0" cy="0"/>
          <a:chOff x="0" y="0"/>
          <a:chExt cx="0" cy="0"/>
        </a:xfrm>
      </p:grpSpPr>
      <p:sp>
        <p:nvSpPr>
          <p:cNvPr id="15" name="Google Shape;15;p3"/>
          <p:cNvSpPr/>
          <p:nvPr/>
        </p:nvSpPr>
        <p:spPr>
          <a:xfrm>
            <a:off x="3230216" y="173780"/>
            <a:ext cx="1203711" cy="5001900"/>
          </a:xfrm>
          <a:prstGeom prst="rect">
            <a:avLst/>
          </a:prstGeom>
          <a:no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A273E"/>
              </a:solidFill>
            </a:endParaRPr>
          </a:p>
        </p:txBody>
      </p:sp>
      <p:sp>
        <p:nvSpPr>
          <p:cNvPr id="16" name="Google Shape;16;p3"/>
          <p:cNvSpPr/>
          <p:nvPr/>
        </p:nvSpPr>
        <p:spPr>
          <a:xfrm>
            <a:off x="3358900" y="0"/>
            <a:ext cx="857200" cy="5175600"/>
          </a:xfrm>
          <a:prstGeom prst="rect">
            <a:avLst/>
          </a:prstGeom>
          <a:solidFill>
            <a:srgbClr val="E040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A273E"/>
              </a:solidFill>
            </a:endParaRPr>
          </a:p>
        </p:txBody>
      </p:sp>
      <p:sp>
        <p:nvSpPr>
          <p:cNvPr id="17" name="Google Shape;17;p3"/>
          <p:cNvSpPr txBox="1">
            <a:spLocks noGrp="1"/>
          </p:cNvSpPr>
          <p:nvPr>
            <p:ph type="ctrTitle"/>
          </p:nvPr>
        </p:nvSpPr>
        <p:spPr>
          <a:xfrm>
            <a:off x="-285200" y="775775"/>
            <a:ext cx="3644100" cy="577800"/>
          </a:xfrm>
          <a:prstGeom prst="rect">
            <a:avLst/>
          </a:prstGeom>
        </p:spPr>
        <p:txBody>
          <a:bodyPr spcFirstLastPara="1" wrap="square" lIns="91425" tIns="91425" rIns="91425" bIns="91425" anchor="b" anchorCtr="0">
            <a:noAutofit/>
          </a:bodyPr>
          <a:lstStyle>
            <a:lvl1pPr lvl="0" algn="r" rtl="0">
              <a:spcBef>
                <a:spcPts val="0"/>
              </a:spcBef>
              <a:spcAft>
                <a:spcPts val="0"/>
              </a:spcAft>
              <a:buClr>
                <a:srgbClr val="434343"/>
              </a:buClr>
              <a:buSzPts val="1800"/>
              <a:buNone/>
              <a:defRPr sz="1800">
                <a:solidFill>
                  <a:srgbClr val="434343"/>
                </a:solidFill>
              </a:defRPr>
            </a:lvl1pPr>
            <a:lvl2pPr lvl="1" algn="r" rtl="0">
              <a:spcBef>
                <a:spcPts val="0"/>
              </a:spcBef>
              <a:spcAft>
                <a:spcPts val="0"/>
              </a:spcAft>
              <a:buClr>
                <a:srgbClr val="434343"/>
              </a:buClr>
              <a:buSzPts val="1400"/>
              <a:buNone/>
              <a:defRPr sz="1400">
                <a:solidFill>
                  <a:srgbClr val="434343"/>
                </a:solidFill>
              </a:defRPr>
            </a:lvl2pPr>
            <a:lvl3pPr lvl="2" algn="r" rtl="0">
              <a:spcBef>
                <a:spcPts val="0"/>
              </a:spcBef>
              <a:spcAft>
                <a:spcPts val="0"/>
              </a:spcAft>
              <a:buClr>
                <a:srgbClr val="434343"/>
              </a:buClr>
              <a:buSzPts val="1400"/>
              <a:buNone/>
              <a:defRPr sz="1400">
                <a:solidFill>
                  <a:srgbClr val="434343"/>
                </a:solidFill>
              </a:defRPr>
            </a:lvl3pPr>
            <a:lvl4pPr lvl="3" algn="r" rtl="0">
              <a:spcBef>
                <a:spcPts val="0"/>
              </a:spcBef>
              <a:spcAft>
                <a:spcPts val="0"/>
              </a:spcAft>
              <a:buClr>
                <a:srgbClr val="434343"/>
              </a:buClr>
              <a:buSzPts val="1400"/>
              <a:buNone/>
              <a:defRPr sz="1400">
                <a:solidFill>
                  <a:srgbClr val="434343"/>
                </a:solidFill>
              </a:defRPr>
            </a:lvl4pPr>
            <a:lvl5pPr lvl="4" algn="r" rtl="0">
              <a:spcBef>
                <a:spcPts val="0"/>
              </a:spcBef>
              <a:spcAft>
                <a:spcPts val="0"/>
              </a:spcAft>
              <a:buClr>
                <a:srgbClr val="434343"/>
              </a:buClr>
              <a:buSzPts val="1400"/>
              <a:buNone/>
              <a:defRPr sz="1400">
                <a:solidFill>
                  <a:srgbClr val="434343"/>
                </a:solidFill>
              </a:defRPr>
            </a:lvl5pPr>
            <a:lvl6pPr lvl="5" algn="r" rtl="0">
              <a:spcBef>
                <a:spcPts val="0"/>
              </a:spcBef>
              <a:spcAft>
                <a:spcPts val="0"/>
              </a:spcAft>
              <a:buClr>
                <a:srgbClr val="434343"/>
              </a:buClr>
              <a:buSzPts val="1400"/>
              <a:buNone/>
              <a:defRPr sz="1400">
                <a:solidFill>
                  <a:srgbClr val="434343"/>
                </a:solidFill>
              </a:defRPr>
            </a:lvl6pPr>
            <a:lvl7pPr lvl="6" algn="r" rtl="0">
              <a:spcBef>
                <a:spcPts val="0"/>
              </a:spcBef>
              <a:spcAft>
                <a:spcPts val="0"/>
              </a:spcAft>
              <a:buClr>
                <a:srgbClr val="434343"/>
              </a:buClr>
              <a:buSzPts val="1400"/>
              <a:buNone/>
              <a:defRPr sz="1400">
                <a:solidFill>
                  <a:srgbClr val="434343"/>
                </a:solidFill>
              </a:defRPr>
            </a:lvl7pPr>
            <a:lvl8pPr lvl="7" algn="r" rtl="0">
              <a:spcBef>
                <a:spcPts val="0"/>
              </a:spcBef>
              <a:spcAft>
                <a:spcPts val="0"/>
              </a:spcAft>
              <a:buClr>
                <a:srgbClr val="434343"/>
              </a:buClr>
              <a:buSzPts val="1400"/>
              <a:buNone/>
              <a:defRPr sz="1400">
                <a:solidFill>
                  <a:srgbClr val="434343"/>
                </a:solidFill>
              </a:defRPr>
            </a:lvl8pPr>
            <a:lvl9pPr lvl="8" algn="r" rtl="0">
              <a:spcBef>
                <a:spcPts val="0"/>
              </a:spcBef>
              <a:spcAft>
                <a:spcPts val="0"/>
              </a:spcAft>
              <a:buClr>
                <a:srgbClr val="434343"/>
              </a:buClr>
              <a:buSzPts val="1400"/>
              <a:buNone/>
              <a:defRPr sz="1400">
                <a:solidFill>
                  <a:srgbClr val="434343"/>
                </a:solidFill>
              </a:defRPr>
            </a:lvl9pPr>
          </a:lstStyle>
          <a:p>
            <a:endParaRPr/>
          </a:p>
        </p:txBody>
      </p:sp>
      <p:sp>
        <p:nvSpPr>
          <p:cNvPr id="18" name="Google Shape;18;p3"/>
          <p:cNvSpPr txBox="1">
            <a:spLocks noGrp="1"/>
          </p:cNvSpPr>
          <p:nvPr>
            <p:ph type="subTitle" idx="1"/>
          </p:nvPr>
        </p:nvSpPr>
        <p:spPr>
          <a:xfrm>
            <a:off x="107500" y="1178488"/>
            <a:ext cx="3251400" cy="57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434343"/>
              </a:buClr>
              <a:buSzPts val="1100"/>
              <a:buNone/>
              <a:defRPr sz="1100">
                <a:solidFill>
                  <a:srgbClr val="434343"/>
                </a:solidFill>
              </a:defRPr>
            </a:lvl1pPr>
            <a:lvl2pPr lvl="1" algn="r" rtl="0">
              <a:lnSpc>
                <a:spcPct val="100000"/>
              </a:lnSpc>
              <a:spcBef>
                <a:spcPts val="0"/>
              </a:spcBef>
              <a:spcAft>
                <a:spcPts val="0"/>
              </a:spcAft>
              <a:buClr>
                <a:srgbClr val="434343"/>
              </a:buClr>
              <a:buSzPts val="1100"/>
              <a:buNone/>
              <a:defRPr sz="1100">
                <a:solidFill>
                  <a:srgbClr val="434343"/>
                </a:solidFill>
              </a:defRPr>
            </a:lvl2pPr>
            <a:lvl3pPr lvl="2" algn="r" rtl="0">
              <a:lnSpc>
                <a:spcPct val="100000"/>
              </a:lnSpc>
              <a:spcBef>
                <a:spcPts val="0"/>
              </a:spcBef>
              <a:spcAft>
                <a:spcPts val="0"/>
              </a:spcAft>
              <a:buClr>
                <a:srgbClr val="434343"/>
              </a:buClr>
              <a:buSzPts val="1100"/>
              <a:buNone/>
              <a:defRPr sz="1100">
                <a:solidFill>
                  <a:srgbClr val="434343"/>
                </a:solidFill>
              </a:defRPr>
            </a:lvl3pPr>
            <a:lvl4pPr lvl="3" algn="r" rtl="0">
              <a:lnSpc>
                <a:spcPct val="100000"/>
              </a:lnSpc>
              <a:spcBef>
                <a:spcPts val="0"/>
              </a:spcBef>
              <a:spcAft>
                <a:spcPts val="0"/>
              </a:spcAft>
              <a:buClr>
                <a:srgbClr val="434343"/>
              </a:buClr>
              <a:buSzPts val="1100"/>
              <a:buNone/>
              <a:defRPr sz="1100">
                <a:solidFill>
                  <a:srgbClr val="434343"/>
                </a:solidFill>
              </a:defRPr>
            </a:lvl4pPr>
            <a:lvl5pPr lvl="4" algn="r" rtl="0">
              <a:lnSpc>
                <a:spcPct val="100000"/>
              </a:lnSpc>
              <a:spcBef>
                <a:spcPts val="0"/>
              </a:spcBef>
              <a:spcAft>
                <a:spcPts val="0"/>
              </a:spcAft>
              <a:buClr>
                <a:srgbClr val="434343"/>
              </a:buClr>
              <a:buSzPts val="1100"/>
              <a:buNone/>
              <a:defRPr sz="1100">
                <a:solidFill>
                  <a:srgbClr val="434343"/>
                </a:solidFill>
              </a:defRPr>
            </a:lvl5pPr>
            <a:lvl6pPr lvl="5" algn="r" rtl="0">
              <a:lnSpc>
                <a:spcPct val="100000"/>
              </a:lnSpc>
              <a:spcBef>
                <a:spcPts val="0"/>
              </a:spcBef>
              <a:spcAft>
                <a:spcPts val="0"/>
              </a:spcAft>
              <a:buClr>
                <a:srgbClr val="434343"/>
              </a:buClr>
              <a:buSzPts val="1100"/>
              <a:buNone/>
              <a:defRPr sz="1100">
                <a:solidFill>
                  <a:srgbClr val="434343"/>
                </a:solidFill>
              </a:defRPr>
            </a:lvl6pPr>
            <a:lvl7pPr lvl="6" algn="r" rtl="0">
              <a:lnSpc>
                <a:spcPct val="100000"/>
              </a:lnSpc>
              <a:spcBef>
                <a:spcPts val="0"/>
              </a:spcBef>
              <a:spcAft>
                <a:spcPts val="0"/>
              </a:spcAft>
              <a:buClr>
                <a:srgbClr val="434343"/>
              </a:buClr>
              <a:buSzPts val="1100"/>
              <a:buNone/>
              <a:defRPr sz="1100">
                <a:solidFill>
                  <a:srgbClr val="434343"/>
                </a:solidFill>
              </a:defRPr>
            </a:lvl7pPr>
            <a:lvl8pPr lvl="7" algn="r" rtl="0">
              <a:lnSpc>
                <a:spcPct val="100000"/>
              </a:lnSpc>
              <a:spcBef>
                <a:spcPts val="0"/>
              </a:spcBef>
              <a:spcAft>
                <a:spcPts val="0"/>
              </a:spcAft>
              <a:buClr>
                <a:srgbClr val="434343"/>
              </a:buClr>
              <a:buSzPts val="1100"/>
              <a:buNone/>
              <a:defRPr sz="1100">
                <a:solidFill>
                  <a:srgbClr val="434343"/>
                </a:solidFill>
              </a:defRPr>
            </a:lvl8pPr>
            <a:lvl9pPr lvl="8" algn="r" rtl="0">
              <a:lnSpc>
                <a:spcPct val="100000"/>
              </a:lnSpc>
              <a:spcBef>
                <a:spcPts val="0"/>
              </a:spcBef>
              <a:spcAft>
                <a:spcPts val="0"/>
              </a:spcAft>
              <a:buClr>
                <a:srgbClr val="434343"/>
              </a:buClr>
              <a:buSzPts val="1100"/>
              <a:buNone/>
              <a:defRPr sz="1100">
                <a:solidFill>
                  <a:srgbClr val="434343"/>
                </a:solidFill>
              </a:defRPr>
            </a:lvl9pPr>
          </a:lstStyle>
          <a:p>
            <a:endParaRPr/>
          </a:p>
        </p:txBody>
      </p:sp>
      <p:sp>
        <p:nvSpPr>
          <p:cNvPr id="19" name="Google Shape;19;p3"/>
          <p:cNvSpPr txBox="1">
            <a:spLocks noGrp="1"/>
          </p:cNvSpPr>
          <p:nvPr>
            <p:ph type="title" idx="2" hasCustomPrompt="1"/>
          </p:nvPr>
        </p:nvSpPr>
        <p:spPr>
          <a:xfrm>
            <a:off x="2628110" y="872085"/>
            <a:ext cx="1753800" cy="5778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F4F2F2"/>
              </a:buClr>
              <a:buSzPts val="5400"/>
              <a:buNone/>
              <a:defRPr sz="5400">
                <a:solidFill>
                  <a:srgbClr val="F4F2F2"/>
                </a:solidFill>
              </a:defRPr>
            </a:lvl1pPr>
            <a:lvl2pPr lvl="1" algn="r" rtl="0">
              <a:spcBef>
                <a:spcPts val="0"/>
              </a:spcBef>
              <a:spcAft>
                <a:spcPts val="0"/>
              </a:spcAft>
              <a:buClr>
                <a:srgbClr val="F4F2F2"/>
              </a:buClr>
              <a:buSzPts val="5400"/>
              <a:buFont typeface="Fira Sans Extra Condensed Medium"/>
              <a:buNone/>
              <a:defRPr sz="5400">
                <a:solidFill>
                  <a:srgbClr val="F4F2F2"/>
                </a:solidFill>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Clr>
                <a:srgbClr val="F4F2F2"/>
              </a:buClr>
              <a:buSzPts val="5400"/>
              <a:buFont typeface="Fira Sans Extra Condensed Medium"/>
              <a:buNone/>
              <a:defRPr sz="5400">
                <a:solidFill>
                  <a:srgbClr val="F4F2F2"/>
                </a:solidFill>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Clr>
                <a:srgbClr val="F4F2F2"/>
              </a:buClr>
              <a:buSzPts val="5400"/>
              <a:buFont typeface="Fira Sans Extra Condensed Medium"/>
              <a:buNone/>
              <a:defRPr sz="5400">
                <a:solidFill>
                  <a:srgbClr val="F4F2F2"/>
                </a:solidFill>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Clr>
                <a:srgbClr val="F4F2F2"/>
              </a:buClr>
              <a:buSzPts val="5400"/>
              <a:buFont typeface="Fira Sans Extra Condensed Medium"/>
              <a:buNone/>
              <a:defRPr sz="5400">
                <a:solidFill>
                  <a:srgbClr val="F4F2F2"/>
                </a:solidFill>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Clr>
                <a:srgbClr val="F4F2F2"/>
              </a:buClr>
              <a:buSzPts val="5400"/>
              <a:buFont typeface="Fira Sans Extra Condensed Medium"/>
              <a:buNone/>
              <a:defRPr sz="5400">
                <a:solidFill>
                  <a:srgbClr val="F4F2F2"/>
                </a:solidFill>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Clr>
                <a:srgbClr val="F4F2F2"/>
              </a:buClr>
              <a:buSzPts val="5400"/>
              <a:buFont typeface="Fira Sans Extra Condensed Medium"/>
              <a:buNone/>
              <a:defRPr sz="5400">
                <a:solidFill>
                  <a:srgbClr val="F4F2F2"/>
                </a:solidFill>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Clr>
                <a:srgbClr val="F4F2F2"/>
              </a:buClr>
              <a:buSzPts val="5400"/>
              <a:buFont typeface="Fira Sans Extra Condensed Medium"/>
              <a:buNone/>
              <a:defRPr sz="5400">
                <a:solidFill>
                  <a:srgbClr val="F4F2F2"/>
                </a:solidFill>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Clr>
                <a:srgbClr val="F4F2F2"/>
              </a:buClr>
              <a:buSzPts val="5400"/>
              <a:buFont typeface="Fira Sans Extra Condensed Medium"/>
              <a:buNone/>
              <a:defRPr sz="5400">
                <a:solidFill>
                  <a:srgbClr val="F4F2F2"/>
                </a:solidFill>
                <a:latin typeface="Fira Sans Extra Condensed Medium"/>
                <a:ea typeface="Fira Sans Extra Condensed Medium"/>
                <a:cs typeface="Fira Sans Extra Condensed Medium"/>
                <a:sym typeface="Fira Sans Extra Condensed Medium"/>
              </a:defRPr>
            </a:lvl9pPr>
          </a:lstStyle>
          <a:p>
            <a:r>
              <a:t>xx%</a:t>
            </a:r>
          </a:p>
        </p:txBody>
      </p:sp>
      <p:sp>
        <p:nvSpPr>
          <p:cNvPr id="20" name="Google Shape;20;p3"/>
          <p:cNvSpPr txBox="1">
            <a:spLocks noGrp="1"/>
          </p:cNvSpPr>
          <p:nvPr>
            <p:ph type="title" idx="3" hasCustomPrompt="1"/>
          </p:nvPr>
        </p:nvSpPr>
        <p:spPr>
          <a:xfrm>
            <a:off x="2629784" y="2377496"/>
            <a:ext cx="1753800" cy="5778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F4F2F2"/>
              </a:buClr>
              <a:buSzPts val="5400"/>
              <a:buNone/>
              <a:defRPr sz="5400">
                <a:solidFill>
                  <a:srgbClr val="F4F2F2"/>
                </a:solidFill>
              </a:defRPr>
            </a:lvl1pPr>
            <a:lvl2pPr lvl="1" algn="r" rtl="0">
              <a:spcBef>
                <a:spcPts val="0"/>
              </a:spcBef>
              <a:spcAft>
                <a:spcPts val="0"/>
              </a:spcAft>
              <a:buClr>
                <a:srgbClr val="F4F2F2"/>
              </a:buClr>
              <a:buSzPts val="5400"/>
              <a:buFont typeface="Fira Sans Extra Condensed Medium"/>
              <a:buNone/>
              <a:defRPr sz="5400">
                <a:solidFill>
                  <a:srgbClr val="F4F2F2"/>
                </a:solidFill>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Clr>
                <a:srgbClr val="F4F2F2"/>
              </a:buClr>
              <a:buSzPts val="5400"/>
              <a:buFont typeface="Fira Sans Extra Condensed Medium"/>
              <a:buNone/>
              <a:defRPr sz="5400">
                <a:solidFill>
                  <a:srgbClr val="F4F2F2"/>
                </a:solidFill>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Clr>
                <a:srgbClr val="F4F2F2"/>
              </a:buClr>
              <a:buSzPts val="5400"/>
              <a:buFont typeface="Fira Sans Extra Condensed Medium"/>
              <a:buNone/>
              <a:defRPr sz="5400">
                <a:solidFill>
                  <a:srgbClr val="F4F2F2"/>
                </a:solidFill>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Clr>
                <a:srgbClr val="F4F2F2"/>
              </a:buClr>
              <a:buSzPts val="5400"/>
              <a:buFont typeface="Fira Sans Extra Condensed Medium"/>
              <a:buNone/>
              <a:defRPr sz="5400">
                <a:solidFill>
                  <a:srgbClr val="F4F2F2"/>
                </a:solidFill>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Clr>
                <a:srgbClr val="F4F2F2"/>
              </a:buClr>
              <a:buSzPts val="5400"/>
              <a:buFont typeface="Fira Sans Extra Condensed Medium"/>
              <a:buNone/>
              <a:defRPr sz="5400">
                <a:solidFill>
                  <a:srgbClr val="F4F2F2"/>
                </a:solidFill>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Clr>
                <a:srgbClr val="F4F2F2"/>
              </a:buClr>
              <a:buSzPts val="5400"/>
              <a:buFont typeface="Fira Sans Extra Condensed Medium"/>
              <a:buNone/>
              <a:defRPr sz="5400">
                <a:solidFill>
                  <a:srgbClr val="F4F2F2"/>
                </a:solidFill>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Clr>
                <a:srgbClr val="F4F2F2"/>
              </a:buClr>
              <a:buSzPts val="5400"/>
              <a:buFont typeface="Fira Sans Extra Condensed Medium"/>
              <a:buNone/>
              <a:defRPr sz="5400">
                <a:solidFill>
                  <a:srgbClr val="F4F2F2"/>
                </a:solidFill>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Clr>
                <a:srgbClr val="F4F2F2"/>
              </a:buClr>
              <a:buSzPts val="5400"/>
              <a:buFont typeface="Fira Sans Extra Condensed Medium"/>
              <a:buNone/>
              <a:defRPr sz="5400">
                <a:solidFill>
                  <a:srgbClr val="F4F2F2"/>
                </a:solidFill>
                <a:latin typeface="Fira Sans Extra Condensed Medium"/>
                <a:ea typeface="Fira Sans Extra Condensed Medium"/>
                <a:cs typeface="Fira Sans Extra Condensed Medium"/>
                <a:sym typeface="Fira Sans Extra Condensed Medium"/>
              </a:defRPr>
            </a:lvl9pPr>
          </a:lstStyle>
          <a:p>
            <a:r>
              <a:t>xx%</a:t>
            </a:r>
          </a:p>
        </p:txBody>
      </p:sp>
      <p:sp>
        <p:nvSpPr>
          <p:cNvPr id="21" name="Google Shape;21;p3"/>
          <p:cNvSpPr txBox="1">
            <a:spLocks noGrp="1"/>
          </p:cNvSpPr>
          <p:nvPr>
            <p:ph type="title" idx="4" hasCustomPrompt="1"/>
          </p:nvPr>
        </p:nvSpPr>
        <p:spPr>
          <a:xfrm>
            <a:off x="2630023" y="1621984"/>
            <a:ext cx="1753800" cy="5778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F4F2F2"/>
              </a:buClr>
              <a:buSzPts val="5400"/>
              <a:buNone/>
              <a:defRPr sz="5400">
                <a:solidFill>
                  <a:srgbClr val="F4F2F2"/>
                </a:solidFill>
              </a:defRPr>
            </a:lvl1pPr>
            <a:lvl2pPr lvl="1" algn="r" rtl="0">
              <a:spcBef>
                <a:spcPts val="0"/>
              </a:spcBef>
              <a:spcAft>
                <a:spcPts val="0"/>
              </a:spcAft>
              <a:buClr>
                <a:srgbClr val="F4F2F2"/>
              </a:buClr>
              <a:buSzPts val="5400"/>
              <a:buFont typeface="Fira Sans Extra Condensed Medium"/>
              <a:buNone/>
              <a:defRPr sz="5400">
                <a:solidFill>
                  <a:srgbClr val="F4F2F2"/>
                </a:solidFill>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Clr>
                <a:srgbClr val="F4F2F2"/>
              </a:buClr>
              <a:buSzPts val="5400"/>
              <a:buFont typeface="Fira Sans Extra Condensed Medium"/>
              <a:buNone/>
              <a:defRPr sz="5400">
                <a:solidFill>
                  <a:srgbClr val="F4F2F2"/>
                </a:solidFill>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Clr>
                <a:srgbClr val="F4F2F2"/>
              </a:buClr>
              <a:buSzPts val="5400"/>
              <a:buFont typeface="Fira Sans Extra Condensed Medium"/>
              <a:buNone/>
              <a:defRPr sz="5400">
                <a:solidFill>
                  <a:srgbClr val="F4F2F2"/>
                </a:solidFill>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Clr>
                <a:srgbClr val="F4F2F2"/>
              </a:buClr>
              <a:buSzPts val="5400"/>
              <a:buFont typeface="Fira Sans Extra Condensed Medium"/>
              <a:buNone/>
              <a:defRPr sz="5400">
                <a:solidFill>
                  <a:srgbClr val="F4F2F2"/>
                </a:solidFill>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Clr>
                <a:srgbClr val="F4F2F2"/>
              </a:buClr>
              <a:buSzPts val="5400"/>
              <a:buFont typeface="Fira Sans Extra Condensed Medium"/>
              <a:buNone/>
              <a:defRPr sz="5400">
                <a:solidFill>
                  <a:srgbClr val="F4F2F2"/>
                </a:solidFill>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Clr>
                <a:srgbClr val="F4F2F2"/>
              </a:buClr>
              <a:buSzPts val="5400"/>
              <a:buFont typeface="Fira Sans Extra Condensed Medium"/>
              <a:buNone/>
              <a:defRPr sz="5400">
                <a:solidFill>
                  <a:srgbClr val="F4F2F2"/>
                </a:solidFill>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Clr>
                <a:srgbClr val="F4F2F2"/>
              </a:buClr>
              <a:buSzPts val="5400"/>
              <a:buFont typeface="Fira Sans Extra Condensed Medium"/>
              <a:buNone/>
              <a:defRPr sz="5400">
                <a:solidFill>
                  <a:srgbClr val="F4F2F2"/>
                </a:solidFill>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Clr>
                <a:srgbClr val="F4F2F2"/>
              </a:buClr>
              <a:buSzPts val="5400"/>
              <a:buFont typeface="Fira Sans Extra Condensed Medium"/>
              <a:buNone/>
              <a:defRPr sz="5400">
                <a:solidFill>
                  <a:srgbClr val="F4F2F2"/>
                </a:solidFill>
                <a:latin typeface="Fira Sans Extra Condensed Medium"/>
                <a:ea typeface="Fira Sans Extra Condensed Medium"/>
                <a:cs typeface="Fira Sans Extra Condensed Medium"/>
                <a:sym typeface="Fira Sans Extra Condensed Medium"/>
              </a:defRPr>
            </a:lvl9pPr>
          </a:lstStyle>
          <a:p>
            <a:r>
              <a:t>xx%</a:t>
            </a:r>
          </a:p>
        </p:txBody>
      </p:sp>
      <p:sp>
        <p:nvSpPr>
          <p:cNvPr id="22" name="Google Shape;22;p3"/>
          <p:cNvSpPr txBox="1">
            <a:spLocks noGrp="1"/>
          </p:cNvSpPr>
          <p:nvPr>
            <p:ph type="ctrTitle" idx="5"/>
          </p:nvPr>
        </p:nvSpPr>
        <p:spPr>
          <a:xfrm>
            <a:off x="5180225" y="3610150"/>
            <a:ext cx="3440700" cy="9462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434343"/>
              </a:buClr>
              <a:buSzPts val="3600"/>
              <a:buNone/>
              <a:defRPr sz="3600">
                <a:solidFill>
                  <a:srgbClr val="434343"/>
                </a:solidFill>
              </a:defRPr>
            </a:lvl1pPr>
            <a:lvl2pPr lvl="1" algn="r" rtl="0">
              <a:spcBef>
                <a:spcPts val="0"/>
              </a:spcBef>
              <a:spcAft>
                <a:spcPts val="0"/>
              </a:spcAft>
              <a:buClr>
                <a:srgbClr val="434343"/>
              </a:buClr>
              <a:buSzPts val="1800"/>
              <a:buNone/>
              <a:defRPr sz="1800">
                <a:solidFill>
                  <a:srgbClr val="434343"/>
                </a:solidFill>
              </a:defRPr>
            </a:lvl2pPr>
            <a:lvl3pPr lvl="2" algn="r" rtl="0">
              <a:spcBef>
                <a:spcPts val="0"/>
              </a:spcBef>
              <a:spcAft>
                <a:spcPts val="0"/>
              </a:spcAft>
              <a:buClr>
                <a:srgbClr val="434343"/>
              </a:buClr>
              <a:buSzPts val="1800"/>
              <a:buNone/>
              <a:defRPr sz="1800">
                <a:solidFill>
                  <a:srgbClr val="434343"/>
                </a:solidFill>
              </a:defRPr>
            </a:lvl3pPr>
            <a:lvl4pPr lvl="3" algn="r" rtl="0">
              <a:spcBef>
                <a:spcPts val="0"/>
              </a:spcBef>
              <a:spcAft>
                <a:spcPts val="0"/>
              </a:spcAft>
              <a:buClr>
                <a:srgbClr val="434343"/>
              </a:buClr>
              <a:buSzPts val="1800"/>
              <a:buNone/>
              <a:defRPr sz="1800">
                <a:solidFill>
                  <a:srgbClr val="434343"/>
                </a:solidFill>
              </a:defRPr>
            </a:lvl4pPr>
            <a:lvl5pPr lvl="4" algn="r" rtl="0">
              <a:spcBef>
                <a:spcPts val="0"/>
              </a:spcBef>
              <a:spcAft>
                <a:spcPts val="0"/>
              </a:spcAft>
              <a:buClr>
                <a:srgbClr val="434343"/>
              </a:buClr>
              <a:buSzPts val="1800"/>
              <a:buNone/>
              <a:defRPr sz="1800">
                <a:solidFill>
                  <a:srgbClr val="434343"/>
                </a:solidFill>
              </a:defRPr>
            </a:lvl5pPr>
            <a:lvl6pPr lvl="5" algn="r" rtl="0">
              <a:spcBef>
                <a:spcPts val="0"/>
              </a:spcBef>
              <a:spcAft>
                <a:spcPts val="0"/>
              </a:spcAft>
              <a:buClr>
                <a:srgbClr val="434343"/>
              </a:buClr>
              <a:buSzPts val="1800"/>
              <a:buNone/>
              <a:defRPr sz="1800">
                <a:solidFill>
                  <a:srgbClr val="434343"/>
                </a:solidFill>
              </a:defRPr>
            </a:lvl6pPr>
            <a:lvl7pPr lvl="6" algn="r" rtl="0">
              <a:spcBef>
                <a:spcPts val="0"/>
              </a:spcBef>
              <a:spcAft>
                <a:spcPts val="0"/>
              </a:spcAft>
              <a:buClr>
                <a:srgbClr val="434343"/>
              </a:buClr>
              <a:buSzPts val="1800"/>
              <a:buNone/>
              <a:defRPr sz="1800">
                <a:solidFill>
                  <a:srgbClr val="434343"/>
                </a:solidFill>
              </a:defRPr>
            </a:lvl7pPr>
            <a:lvl8pPr lvl="7" algn="r" rtl="0">
              <a:spcBef>
                <a:spcPts val="0"/>
              </a:spcBef>
              <a:spcAft>
                <a:spcPts val="0"/>
              </a:spcAft>
              <a:buClr>
                <a:srgbClr val="434343"/>
              </a:buClr>
              <a:buSzPts val="1800"/>
              <a:buNone/>
              <a:defRPr sz="1800">
                <a:solidFill>
                  <a:srgbClr val="434343"/>
                </a:solidFill>
              </a:defRPr>
            </a:lvl8pPr>
            <a:lvl9pPr lvl="8" algn="r" rtl="0">
              <a:spcBef>
                <a:spcPts val="0"/>
              </a:spcBef>
              <a:spcAft>
                <a:spcPts val="0"/>
              </a:spcAft>
              <a:buClr>
                <a:srgbClr val="434343"/>
              </a:buClr>
              <a:buSzPts val="1800"/>
              <a:buNone/>
              <a:defRPr sz="1800">
                <a:solidFill>
                  <a:srgbClr val="434343"/>
                </a:solidFill>
              </a:defRPr>
            </a:lvl9pPr>
          </a:lstStyle>
          <a:p>
            <a:endParaRPr/>
          </a:p>
        </p:txBody>
      </p:sp>
      <p:sp>
        <p:nvSpPr>
          <p:cNvPr id="23" name="Google Shape;23;p3"/>
          <p:cNvSpPr txBox="1">
            <a:spLocks noGrp="1"/>
          </p:cNvSpPr>
          <p:nvPr>
            <p:ph type="title" idx="6" hasCustomPrompt="1"/>
          </p:nvPr>
        </p:nvSpPr>
        <p:spPr>
          <a:xfrm>
            <a:off x="2630023" y="3143377"/>
            <a:ext cx="1753800" cy="5778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F4F2F2"/>
              </a:buClr>
              <a:buSzPts val="5400"/>
              <a:buNone/>
              <a:defRPr sz="5400">
                <a:solidFill>
                  <a:srgbClr val="F4F2F2"/>
                </a:solidFill>
              </a:defRPr>
            </a:lvl1pPr>
            <a:lvl2pPr lvl="1" algn="r" rtl="0">
              <a:spcBef>
                <a:spcPts val="0"/>
              </a:spcBef>
              <a:spcAft>
                <a:spcPts val="0"/>
              </a:spcAft>
              <a:buClr>
                <a:srgbClr val="F4F2F2"/>
              </a:buClr>
              <a:buSzPts val="5400"/>
              <a:buFont typeface="Fira Sans Extra Condensed Medium"/>
              <a:buNone/>
              <a:defRPr sz="5400">
                <a:solidFill>
                  <a:srgbClr val="F4F2F2"/>
                </a:solidFill>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Clr>
                <a:srgbClr val="F4F2F2"/>
              </a:buClr>
              <a:buSzPts val="5400"/>
              <a:buFont typeface="Fira Sans Extra Condensed Medium"/>
              <a:buNone/>
              <a:defRPr sz="5400">
                <a:solidFill>
                  <a:srgbClr val="F4F2F2"/>
                </a:solidFill>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Clr>
                <a:srgbClr val="F4F2F2"/>
              </a:buClr>
              <a:buSzPts val="5400"/>
              <a:buFont typeface="Fira Sans Extra Condensed Medium"/>
              <a:buNone/>
              <a:defRPr sz="5400">
                <a:solidFill>
                  <a:srgbClr val="F4F2F2"/>
                </a:solidFill>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Clr>
                <a:srgbClr val="F4F2F2"/>
              </a:buClr>
              <a:buSzPts val="5400"/>
              <a:buFont typeface="Fira Sans Extra Condensed Medium"/>
              <a:buNone/>
              <a:defRPr sz="5400">
                <a:solidFill>
                  <a:srgbClr val="F4F2F2"/>
                </a:solidFill>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Clr>
                <a:srgbClr val="F4F2F2"/>
              </a:buClr>
              <a:buSzPts val="5400"/>
              <a:buFont typeface="Fira Sans Extra Condensed Medium"/>
              <a:buNone/>
              <a:defRPr sz="5400">
                <a:solidFill>
                  <a:srgbClr val="F4F2F2"/>
                </a:solidFill>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Clr>
                <a:srgbClr val="F4F2F2"/>
              </a:buClr>
              <a:buSzPts val="5400"/>
              <a:buFont typeface="Fira Sans Extra Condensed Medium"/>
              <a:buNone/>
              <a:defRPr sz="5400">
                <a:solidFill>
                  <a:srgbClr val="F4F2F2"/>
                </a:solidFill>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Clr>
                <a:srgbClr val="F4F2F2"/>
              </a:buClr>
              <a:buSzPts val="5400"/>
              <a:buFont typeface="Fira Sans Extra Condensed Medium"/>
              <a:buNone/>
              <a:defRPr sz="5400">
                <a:solidFill>
                  <a:srgbClr val="F4F2F2"/>
                </a:solidFill>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Clr>
                <a:srgbClr val="F4F2F2"/>
              </a:buClr>
              <a:buSzPts val="5400"/>
              <a:buFont typeface="Fira Sans Extra Condensed Medium"/>
              <a:buNone/>
              <a:defRPr sz="5400">
                <a:solidFill>
                  <a:srgbClr val="F4F2F2"/>
                </a:solidFill>
                <a:latin typeface="Fira Sans Extra Condensed Medium"/>
                <a:ea typeface="Fira Sans Extra Condensed Medium"/>
                <a:cs typeface="Fira Sans Extra Condensed Medium"/>
                <a:sym typeface="Fira Sans Extra Condensed Medium"/>
              </a:defRPr>
            </a:lvl9pPr>
          </a:lstStyle>
          <a:p>
            <a:r>
              <a:t>xx%</a:t>
            </a:r>
          </a:p>
        </p:txBody>
      </p:sp>
      <p:sp>
        <p:nvSpPr>
          <p:cNvPr id="24" name="Google Shape;24;p3"/>
          <p:cNvSpPr txBox="1">
            <a:spLocks noGrp="1"/>
          </p:cNvSpPr>
          <p:nvPr>
            <p:ph type="title" idx="7" hasCustomPrompt="1"/>
          </p:nvPr>
        </p:nvSpPr>
        <p:spPr>
          <a:xfrm>
            <a:off x="2628122" y="3859510"/>
            <a:ext cx="1753800" cy="5778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F4F2F2"/>
              </a:buClr>
              <a:buSzPts val="5400"/>
              <a:buNone/>
              <a:defRPr sz="5400">
                <a:solidFill>
                  <a:srgbClr val="F4F2F2"/>
                </a:solidFill>
              </a:defRPr>
            </a:lvl1pPr>
            <a:lvl2pPr lvl="1" algn="r" rtl="0">
              <a:spcBef>
                <a:spcPts val="0"/>
              </a:spcBef>
              <a:spcAft>
                <a:spcPts val="0"/>
              </a:spcAft>
              <a:buClr>
                <a:srgbClr val="F4F2F2"/>
              </a:buClr>
              <a:buSzPts val="5400"/>
              <a:buFont typeface="Fira Sans Extra Condensed Medium"/>
              <a:buNone/>
              <a:defRPr sz="5400">
                <a:solidFill>
                  <a:srgbClr val="F4F2F2"/>
                </a:solidFill>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Clr>
                <a:srgbClr val="F4F2F2"/>
              </a:buClr>
              <a:buSzPts val="5400"/>
              <a:buFont typeface="Fira Sans Extra Condensed Medium"/>
              <a:buNone/>
              <a:defRPr sz="5400">
                <a:solidFill>
                  <a:srgbClr val="F4F2F2"/>
                </a:solidFill>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Clr>
                <a:srgbClr val="F4F2F2"/>
              </a:buClr>
              <a:buSzPts val="5400"/>
              <a:buFont typeface="Fira Sans Extra Condensed Medium"/>
              <a:buNone/>
              <a:defRPr sz="5400">
                <a:solidFill>
                  <a:srgbClr val="F4F2F2"/>
                </a:solidFill>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Clr>
                <a:srgbClr val="F4F2F2"/>
              </a:buClr>
              <a:buSzPts val="5400"/>
              <a:buFont typeface="Fira Sans Extra Condensed Medium"/>
              <a:buNone/>
              <a:defRPr sz="5400">
                <a:solidFill>
                  <a:srgbClr val="F4F2F2"/>
                </a:solidFill>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Clr>
                <a:srgbClr val="F4F2F2"/>
              </a:buClr>
              <a:buSzPts val="5400"/>
              <a:buFont typeface="Fira Sans Extra Condensed Medium"/>
              <a:buNone/>
              <a:defRPr sz="5400">
                <a:solidFill>
                  <a:srgbClr val="F4F2F2"/>
                </a:solidFill>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Clr>
                <a:srgbClr val="F4F2F2"/>
              </a:buClr>
              <a:buSzPts val="5400"/>
              <a:buFont typeface="Fira Sans Extra Condensed Medium"/>
              <a:buNone/>
              <a:defRPr sz="5400">
                <a:solidFill>
                  <a:srgbClr val="F4F2F2"/>
                </a:solidFill>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Clr>
                <a:srgbClr val="F4F2F2"/>
              </a:buClr>
              <a:buSzPts val="5400"/>
              <a:buFont typeface="Fira Sans Extra Condensed Medium"/>
              <a:buNone/>
              <a:defRPr sz="5400">
                <a:solidFill>
                  <a:srgbClr val="F4F2F2"/>
                </a:solidFill>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Clr>
                <a:srgbClr val="F4F2F2"/>
              </a:buClr>
              <a:buSzPts val="5400"/>
              <a:buFont typeface="Fira Sans Extra Condensed Medium"/>
              <a:buNone/>
              <a:defRPr sz="5400">
                <a:solidFill>
                  <a:srgbClr val="F4F2F2"/>
                </a:solidFill>
                <a:latin typeface="Fira Sans Extra Condensed Medium"/>
                <a:ea typeface="Fira Sans Extra Condensed Medium"/>
                <a:cs typeface="Fira Sans Extra Condensed Medium"/>
                <a:sym typeface="Fira Sans Extra Condensed Medium"/>
              </a:defRPr>
            </a:lvl9pPr>
          </a:lstStyle>
          <a:p>
            <a:r>
              <a:t>xx%</a:t>
            </a:r>
          </a:p>
        </p:txBody>
      </p:sp>
      <p:sp>
        <p:nvSpPr>
          <p:cNvPr id="25" name="Google Shape;25;p3"/>
          <p:cNvSpPr txBox="1">
            <a:spLocks noGrp="1"/>
          </p:cNvSpPr>
          <p:nvPr>
            <p:ph type="ctrTitle" idx="8"/>
          </p:nvPr>
        </p:nvSpPr>
        <p:spPr>
          <a:xfrm>
            <a:off x="-285200" y="1503615"/>
            <a:ext cx="3644100" cy="577800"/>
          </a:xfrm>
          <a:prstGeom prst="rect">
            <a:avLst/>
          </a:prstGeom>
        </p:spPr>
        <p:txBody>
          <a:bodyPr spcFirstLastPara="1" wrap="square" lIns="91425" tIns="91425" rIns="91425" bIns="91425" anchor="b" anchorCtr="0">
            <a:noAutofit/>
          </a:bodyPr>
          <a:lstStyle>
            <a:lvl1pPr lvl="0" algn="r" rtl="0">
              <a:spcBef>
                <a:spcPts val="0"/>
              </a:spcBef>
              <a:spcAft>
                <a:spcPts val="0"/>
              </a:spcAft>
              <a:buClr>
                <a:srgbClr val="434343"/>
              </a:buClr>
              <a:buSzPts val="1800"/>
              <a:buNone/>
              <a:defRPr sz="1800">
                <a:solidFill>
                  <a:srgbClr val="434343"/>
                </a:solidFill>
              </a:defRPr>
            </a:lvl1pPr>
            <a:lvl2pPr lvl="1" algn="r" rtl="0">
              <a:spcBef>
                <a:spcPts val="0"/>
              </a:spcBef>
              <a:spcAft>
                <a:spcPts val="0"/>
              </a:spcAft>
              <a:buClr>
                <a:srgbClr val="434343"/>
              </a:buClr>
              <a:buSzPts val="1400"/>
              <a:buNone/>
              <a:defRPr sz="1400">
                <a:solidFill>
                  <a:srgbClr val="434343"/>
                </a:solidFill>
              </a:defRPr>
            </a:lvl2pPr>
            <a:lvl3pPr lvl="2" algn="r" rtl="0">
              <a:spcBef>
                <a:spcPts val="0"/>
              </a:spcBef>
              <a:spcAft>
                <a:spcPts val="0"/>
              </a:spcAft>
              <a:buClr>
                <a:srgbClr val="434343"/>
              </a:buClr>
              <a:buSzPts val="1400"/>
              <a:buNone/>
              <a:defRPr sz="1400">
                <a:solidFill>
                  <a:srgbClr val="434343"/>
                </a:solidFill>
              </a:defRPr>
            </a:lvl3pPr>
            <a:lvl4pPr lvl="3" algn="r" rtl="0">
              <a:spcBef>
                <a:spcPts val="0"/>
              </a:spcBef>
              <a:spcAft>
                <a:spcPts val="0"/>
              </a:spcAft>
              <a:buClr>
                <a:srgbClr val="434343"/>
              </a:buClr>
              <a:buSzPts val="1400"/>
              <a:buNone/>
              <a:defRPr sz="1400">
                <a:solidFill>
                  <a:srgbClr val="434343"/>
                </a:solidFill>
              </a:defRPr>
            </a:lvl4pPr>
            <a:lvl5pPr lvl="4" algn="r" rtl="0">
              <a:spcBef>
                <a:spcPts val="0"/>
              </a:spcBef>
              <a:spcAft>
                <a:spcPts val="0"/>
              </a:spcAft>
              <a:buClr>
                <a:srgbClr val="434343"/>
              </a:buClr>
              <a:buSzPts val="1400"/>
              <a:buNone/>
              <a:defRPr sz="1400">
                <a:solidFill>
                  <a:srgbClr val="434343"/>
                </a:solidFill>
              </a:defRPr>
            </a:lvl5pPr>
            <a:lvl6pPr lvl="5" algn="r" rtl="0">
              <a:spcBef>
                <a:spcPts val="0"/>
              </a:spcBef>
              <a:spcAft>
                <a:spcPts val="0"/>
              </a:spcAft>
              <a:buClr>
                <a:srgbClr val="434343"/>
              </a:buClr>
              <a:buSzPts val="1400"/>
              <a:buNone/>
              <a:defRPr sz="1400">
                <a:solidFill>
                  <a:srgbClr val="434343"/>
                </a:solidFill>
              </a:defRPr>
            </a:lvl6pPr>
            <a:lvl7pPr lvl="6" algn="r" rtl="0">
              <a:spcBef>
                <a:spcPts val="0"/>
              </a:spcBef>
              <a:spcAft>
                <a:spcPts val="0"/>
              </a:spcAft>
              <a:buClr>
                <a:srgbClr val="434343"/>
              </a:buClr>
              <a:buSzPts val="1400"/>
              <a:buNone/>
              <a:defRPr sz="1400">
                <a:solidFill>
                  <a:srgbClr val="434343"/>
                </a:solidFill>
              </a:defRPr>
            </a:lvl7pPr>
            <a:lvl8pPr lvl="7" algn="r" rtl="0">
              <a:spcBef>
                <a:spcPts val="0"/>
              </a:spcBef>
              <a:spcAft>
                <a:spcPts val="0"/>
              </a:spcAft>
              <a:buClr>
                <a:srgbClr val="434343"/>
              </a:buClr>
              <a:buSzPts val="1400"/>
              <a:buNone/>
              <a:defRPr sz="1400">
                <a:solidFill>
                  <a:srgbClr val="434343"/>
                </a:solidFill>
              </a:defRPr>
            </a:lvl8pPr>
            <a:lvl9pPr lvl="8" algn="r" rtl="0">
              <a:spcBef>
                <a:spcPts val="0"/>
              </a:spcBef>
              <a:spcAft>
                <a:spcPts val="0"/>
              </a:spcAft>
              <a:buClr>
                <a:srgbClr val="434343"/>
              </a:buClr>
              <a:buSzPts val="1400"/>
              <a:buNone/>
              <a:defRPr sz="1400">
                <a:solidFill>
                  <a:srgbClr val="434343"/>
                </a:solidFill>
              </a:defRPr>
            </a:lvl9pPr>
          </a:lstStyle>
          <a:p>
            <a:endParaRPr/>
          </a:p>
        </p:txBody>
      </p:sp>
      <p:sp>
        <p:nvSpPr>
          <p:cNvPr id="26" name="Google Shape;26;p3"/>
          <p:cNvSpPr txBox="1">
            <a:spLocks noGrp="1"/>
          </p:cNvSpPr>
          <p:nvPr>
            <p:ph type="subTitle" idx="9"/>
          </p:nvPr>
        </p:nvSpPr>
        <p:spPr>
          <a:xfrm>
            <a:off x="107500" y="1906328"/>
            <a:ext cx="3251400" cy="57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434343"/>
              </a:buClr>
              <a:buSzPts val="1100"/>
              <a:buNone/>
              <a:defRPr sz="1100">
                <a:solidFill>
                  <a:srgbClr val="434343"/>
                </a:solidFill>
              </a:defRPr>
            </a:lvl1pPr>
            <a:lvl2pPr lvl="1" algn="r" rtl="0">
              <a:lnSpc>
                <a:spcPct val="100000"/>
              </a:lnSpc>
              <a:spcBef>
                <a:spcPts val="0"/>
              </a:spcBef>
              <a:spcAft>
                <a:spcPts val="0"/>
              </a:spcAft>
              <a:buClr>
                <a:srgbClr val="434343"/>
              </a:buClr>
              <a:buSzPts val="1100"/>
              <a:buNone/>
              <a:defRPr sz="1100">
                <a:solidFill>
                  <a:srgbClr val="434343"/>
                </a:solidFill>
              </a:defRPr>
            </a:lvl2pPr>
            <a:lvl3pPr lvl="2" algn="r" rtl="0">
              <a:lnSpc>
                <a:spcPct val="100000"/>
              </a:lnSpc>
              <a:spcBef>
                <a:spcPts val="0"/>
              </a:spcBef>
              <a:spcAft>
                <a:spcPts val="0"/>
              </a:spcAft>
              <a:buClr>
                <a:srgbClr val="434343"/>
              </a:buClr>
              <a:buSzPts val="1100"/>
              <a:buNone/>
              <a:defRPr sz="1100">
                <a:solidFill>
                  <a:srgbClr val="434343"/>
                </a:solidFill>
              </a:defRPr>
            </a:lvl3pPr>
            <a:lvl4pPr lvl="3" algn="r" rtl="0">
              <a:lnSpc>
                <a:spcPct val="100000"/>
              </a:lnSpc>
              <a:spcBef>
                <a:spcPts val="0"/>
              </a:spcBef>
              <a:spcAft>
                <a:spcPts val="0"/>
              </a:spcAft>
              <a:buClr>
                <a:srgbClr val="434343"/>
              </a:buClr>
              <a:buSzPts val="1100"/>
              <a:buNone/>
              <a:defRPr sz="1100">
                <a:solidFill>
                  <a:srgbClr val="434343"/>
                </a:solidFill>
              </a:defRPr>
            </a:lvl4pPr>
            <a:lvl5pPr lvl="4" algn="r" rtl="0">
              <a:lnSpc>
                <a:spcPct val="100000"/>
              </a:lnSpc>
              <a:spcBef>
                <a:spcPts val="0"/>
              </a:spcBef>
              <a:spcAft>
                <a:spcPts val="0"/>
              </a:spcAft>
              <a:buClr>
                <a:srgbClr val="434343"/>
              </a:buClr>
              <a:buSzPts val="1100"/>
              <a:buNone/>
              <a:defRPr sz="1100">
                <a:solidFill>
                  <a:srgbClr val="434343"/>
                </a:solidFill>
              </a:defRPr>
            </a:lvl5pPr>
            <a:lvl6pPr lvl="5" algn="r" rtl="0">
              <a:lnSpc>
                <a:spcPct val="100000"/>
              </a:lnSpc>
              <a:spcBef>
                <a:spcPts val="0"/>
              </a:spcBef>
              <a:spcAft>
                <a:spcPts val="0"/>
              </a:spcAft>
              <a:buClr>
                <a:srgbClr val="434343"/>
              </a:buClr>
              <a:buSzPts val="1100"/>
              <a:buNone/>
              <a:defRPr sz="1100">
                <a:solidFill>
                  <a:srgbClr val="434343"/>
                </a:solidFill>
              </a:defRPr>
            </a:lvl6pPr>
            <a:lvl7pPr lvl="6" algn="r" rtl="0">
              <a:lnSpc>
                <a:spcPct val="100000"/>
              </a:lnSpc>
              <a:spcBef>
                <a:spcPts val="0"/>
              </a:spcBef>
              <a:spcAft>
                <a:spcPts val="0"/>
              </a:spcAft>
              <a:buClr>
                <a:srgbClr val="434343"/>
              </a:buClr>
              <a:buSzPts val="1100"/>
              <a:buNone/>
              <a:defRPr sz="1100">
                <a:solidFill>
                  <a:srgbClr val="434343"/>
                </a:solidFill>
              </a:defRPr>
            </a:lvl7pPr>
            <a:lvl8pPr lvl="7" algn="r" rtl="0">
              <a:lnSpc>
                <a:spcPct val="100000"/>
              </a:lnSpc>
              <a:spcBef>
                <a:spcPts val="0"/>
              </a:spcBef>
              <a:spcAft>
                <a:spcPts val="0"/>
              </a:spcAft>
              <a:buClr>
                <a:srgbClr val="434343"/>
              </a:buClr>
              <a:buSzPts val="1100"/>
              <a:buNone/>
              <a:defRPr sz="1100">
                <a:solidFill>
                  <a:srgbClr val="434343"/>
                </a:solidFill>
              </a:defRPr>
            </a:lvl8pPr>
            <a:lvl9pPr lvl="8" algn="r" rtl="0">
              <a:lnSpc>
                <a:spcPct val="100000"/>
              </a:lnSpc>
              <a:spcBef>
                <a:spcPts val="0"/>
              </a:spcBef>
              <a:spcAft>
                <a:spcPts val="0"/>
              </a:spcAft>
              <a:buClr>
                <a:srgbClr val="434343"/>
              </a:buClr>
              <a:buSzPts val="1100"/>
              <a:buNone/>
              <a:defRPr sz="1100">
                <a:solidFill>
                  <a:srgbClr val="434343"/>
                </a:solidFill>
              </a:defRPr>
            </a:lvl9pPr>
          </a:lstStyle>
          <a:p>
            <a:endParaRPr/>
          </a:p>
        </p:txBody>
      </p:sp>
      <p:sp>
        <p:nvSpPr>
          <p:cNvPr id="27" name="Google Shape;27;p3"/>
          <p:cNvSpPr txBox="1">
            <a:spLocks noGrp="1"/>
          </p:cNvSpPr>
          <p:nvPr>
            <p:ph type="ctrTitle" idx="13"/>
          </p:nvPr>
        </p:nvSpPr>
        <p:spPr>
          <a:xfrm>
            <a:off x="-285200" y="2251374"/>
            <a:ext cx="3644100" cy="577800"/>
          </a:xfrm>
          <a:prstGeom prst="rect">
            <a:avLst/>
          </a:prstGeom>
        </p:spPr>
        <p:txBody>
          <a:bodyPr spcFirstLastPara="1" wrap="square" lIns="91425" tIns="91425" rIns="91425" bIns="91425" anchor="b" anchorCtr="0">
            <a:noAutofit/>
          </a:bodyPr>
          <a:lstStyle>
            <a:lvl1pPr lvl="0" algn="r" rtl="0">
              <a:spcBef>
                <a:spcPts val="0"/>
              </a:spcBef>
              <a:spcAft>
                <a:spcPts val="0"/>
              </a:spcAft>
              <a:buClr>
                <a:srgbClr val="434343"/>
              </a:buClr>
              <a:buSzPts val="1800"/>
              <a:buNone/>
              <a:defRPr sz="1800">
                <a:solidFill>
                  <a:srgbClr val="434343"/>
                </a:solidFill>
              </a:defRPr>
            </a:lvl1pPr>
            <a:lvl2pPr lvl="1" algn="r" rtl="0">
              <a:spcBef>
                <a:spcPts val="0"/>
              </a:spcBef>
              <a:spcAft>
                <a:spcPts val="0"/>
              </a:spcAft>
              <a:buClr>
                <a:srgbClr val="434343"/>
              </a:buClr>
              <a:buSzPts val="1400"/>
              <a:buNone/>
              <a:defRPr sz="1400">
                <a:solidFill>
                  <a:srgbClr val="434343"/>
                </a:solidFill>
              </a:defRPr>
            </a:lvl2pPr>
            <a:lvl3pPr lvl="2" algn="r" rtl="0">
              <a:spcBef>
                <a:spcPts val="0"/>
              </a:spcBef>
              <a:spcAft>
                <a:spcPts val="0"/>
              </a:spcAft>
              <a:buClr>
                <a:srgbClr val="434343"/>
              </a:buClr>
              <a:buSzPts val="1400"/>
              <a:buNone/>
              <a:defRPr sz="1400">
                <a:solidFill>
                  <a:srgbClr val="434343"/>
                </a:solidFill>
              </a:defRPr>
            </a:lvl3pPr>
            <a:lvl4pPr lvl="3" algn="r" rtl="0">
              <a:spcBef>
                <a:spcPts val="0"/>
              </a:spcBef>
              <a:spcAft>
                <a:spcPts val="0"/>
              </a:spcAft>
              <a:buClr>
                <a:srgbClr val="434343"/>
              </a:buClr>
              <a:buSzPts val="1400"/>
              <a:buNone/>
              <a:defRPr sz="1400">
                <a:solidFill>
                  <a:srgbClr val="434343"/>
                </a:solidFill>
              </a:defRPr>
            </a:lvl4pPr>
            <a:lvl5pPr lvl="4" algn="r" rtl="0">
              <a:spcBef>
                <a:spcPts val="0"/>
              </a:spcBef>
              <a:spcAft>
                <a:spcPts val="0"/>
              </a:spcAft>
              <a:buClr>
                <a:srgbClr val="434343"/>
              </a:buClr>
              <a:buSzPts val="1400"/>
              <a:buNone/>
              <a:defRPr sz="1400">
                <a:solidFill>
                  <a:srgbClr val="434343"/>
                </a:solidFill>
              </a:defRPr>
            </a:lvl5pPr>
            <a:lvl6pPr lvl="5" algn="r" rtl="0">
              <a:spcBef>
                <a:spcPts val="0"/>
              </a:spcBef>
              <a:spcAft>
                <a:spcPts val="0"/>
              </a:spcAft>
              <a:buClr>
                <a:srgbClr val="434343"/>
              </a:buClr>
              <a:buSzPts val="1400"/>
              <a:buNone/>
              <a:defRPr sz="1400">
                <a:solidFill>
                  <a:srgbClr val="434343"/>
                </a:solidFill>
              </a:defRPr>
            </a:lvl6pPr>
            <a:lvl7pPr lvl="6" algn="r" rtl="0">
              <a:spcBef>
                <a:spcPts val="0"/>
              </a:spcBef>
              <a:spcAft>
                <a:spcPts val="0"/>
              </a:spcAft>
              <a:buClr>
                <a:srgbClr val="434343"/>
              </a:buClr>
              <a:buSzPts val="1400"/>
              <a:buNone/>
              <a:defRPr sz="1400">
                <a:solidFill>
                  <a:srgbClr val="434343"/>
                </a:solidFill>
              </a:defRPr>
            </a:lvl7pPr>
            <a:lvl8pPr lvl="7" algn="r" rtl="0">
              <a:spcBef>
                <a:spcPts val="0"/>
              </a:spcBef>
              <a:spcAft>
                <a:spcPts val="0"/>
              </a:spcAft>
              <a:buClr>
                <a:srgbClr val="434343"/>
              </a:buClr>
              <a:buSzPts val="1400"/>
              <a:buNone/>
              <a:defRPr sz="1400">
                <a:solidFill>
                  <a:srgbClr val="434343"/>
                </a:solidFill>
              </a:defRPr>
            </a:lvl8pPr>
            <a:lvl9pPr lvl="8" algn="r" rtl="0">
              <a:spcBef>
                <a:spcPts val="0"/>
              </a:spcBef>
              <a:spcAft>
                <a:spcPts val="0"/>
              </a:spcAft>
              <a:buClr>
                <a:srgbClr val="434343"/>
              </a:buClr>
              <a:buSzPts val="1400"/>
              <a:buNone/>
              <a:defRPr sz="1400">
                <a:solidFill>
                  <a:srgbClr val="434343"/>
                </a:solidFill>
              </a:defRPr>
            </a:lvl9pPr>
          </a:lstStyle>
          <a:p>
            <a:endParaRPr/>
          </a:p>
        </p:txBody>
      </p:sp>
      <p:sp>
        <p:nvSpPr>
          <p:cNvPr id="28" name="Google Shape;28;p3"/>
          <p:cNvSpPr txBox="1">
            <a:spLocks noGrp="1"/>
          </p:cNvSpPr>
          <p:nvPr>
            <p:ph type="subTitle" idx="14"/>
          </p:nvPr>
        </p:nvSpPr>
        <p:spPr>
          <a:xfrm>
            <a:off x="107500" y="2654086"/>
            <a:ext cx="3251400" cy="57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434343"/>
              </a:buClr>
              <a:buSzPts val="1100"/>
              <a:buNone/>
              <a:defRPr sz="1100">
                <a:solidFill>
                  <a:srgbClr val="434343"/>
                </a:solidFill>
              </a:defRPr>
            </a:lvl1pPr>
            <a:lvl2pPr lvl="1" algn="r" rtl="0">
              <a:lnSpc>
                <a:spcPct val="100000"/>
              </a:lnSpc>
              <a:spcBef>
                <a:spcPts val="0"/>
              </a:spcBef>
              <a:spcAft>
                <a:spcPts val="0"/>
              </a:spcAft>
              <a:buClr>
                <a:srgbClr val="434343"/>
              </a:buClr>
              <a:buSzPts val="1100"/>
              <a:buNone/>
              <a:defRPr sz="1100">
                <a:solidFill>
                  <a:srgbClr val="434343"/>
                </a:solidFill>
              </a:defRPr>
            </a:lvl2pPr>
            <a:lvl3pPr lvl="2" algn="r" rtl="0">
              <a:lnSpc>
                <a:spcPct val="100000"/>
              </a:lnSpc>
              <a:spcBef>
                <a:spcPts val="0"/>
              </a:spcBef>
              <a:spcAft>
                <a:spcPts val="0"/>
              </a:spcAft>
              <a:buClr>
                <a:srgbClr val="434343"/>
              </a:buClr>
              <a:buSzPts val="1100"/>
              <a:buNone/>
              <a:defRPr sz="1100">
                <a:solidFill>
                  <a:srgbClr val="434343"/>
                </a:solidFill>
              </a:defRPr>
            </a:lvl3pPr>
            <a:lvl4pPr lvl="3" algn="r" rtl="0">
              <a:lnSpc>
                <a:spcPct val="100000"/>
              </a:lnSpc>
              <a:spcBef>
                <a:spcPts val="0"/>
              </a:spcBef>
              <a:spcAft>
                <a:spcPts val="0"/>
              </a:spcAft>
              <a:buClr>
                <a:srgbClr val="434343"/>
              </a:buClr>
              <a:buSzPts val="1100"/>
              <a:buNone/>
              <a:defRPr sz="1100">
                <a:solidFill>
                  <a:srgbClr val="434343"/>
                </a:solidFill>
              </a:defRPr>
            </a:lvl4pPr>
            <a:lvl5pPr lvl="4" algn="r" rtl="0">
              <a:lnSpc>
                <a:spcPct val="100000"/>
              </a:lnSpc>
              <a:spcBef>
                <a:spcPts val="0"/>
              </a:spcBef>
              <a:spcAft>
                <a:spcPts val="0"/>
              </a:spcAft>
              <a:buClr>
                <a:srgbClr val="434343"/>
              </a:buClr>
              <a:buSzPts val="1100"/>
              <a:buNone/>
              <a:defRPr sz="1100">
                <a:solidFill>
                  <a:srgbClr val="434343"/>
                </a:solidFill>
              </a:defRPr>
            </a:lvl5pPr>
            <a:lvl6pPr lvl="5" algn="r" rtl="0">
              <a:lnSpc>
                <a:spcPct val="100000"/>
              </a:lnSpc>
              <a:spcBef>
                <a:spcPts val="0"/>
              </a:spcBef>
              <a:spcAft>
                <a:spcPts val="0"/>
              </a:spcAft>
              <a:buClr>
                <a:srgbClr val="434343"/>
              </a:buClr>
              <a:buSzPts val="1100"/>
              <a:buNone/>
              <a:defRPr sz="1100">
                <a:solidFill>
                  <a:srgbClr val="434343"/>
                </a:solidFill>
              </a:defRPr>
            </a:lvl6pPr>
            <a:lvl7pPr lvl="6" algn="r" rtl="0">
              <a:lnSpc>
                <a:spcPct val="100000"/>
              </a:lnSpc>
              <a:spcBef>
                <a:spcPts val="0"/>
              </a:spcBef>
              <a:spcAft>
                <a:spcPts val="0"/>
              </a:spcAft>
              <a:buClr>
                <a:srgbClr val="434343"/>
              </a:buClr>
              <a:buSzPts val="1100"/>
              <a:buNone/>
              <a:defRPr sz="1100">
                <a:solidFill>
                  <a:srgbClr val="434343"/>
                </a:solidFill>
              </a:defRPr>
            </a:lvl7pPr>
            <a:lvl8pPr lvl="7" algn="r" rtl="0">
              <a:lnSpc>
                <a:spcPct val="100000"/>
              </a:lnSpc>
              <a:spcBef>
                <a:spcPts val="0"/>
              </a:spcBef>
              <a:spcAft>
                <a:spcPts val="0"/>
              </a:spcAft>
              <a:buClr>
                <a:srgbClr val="434343"/>
              </a:buClr>
              <a:buSzPts val="1100"/>
              <a:buNone/>
              <a:defRPr sz="1100">
                <a:solidFill>
                  <a:srgbClr val="434343"/>
                </a:solidFill>
              </a:defRPr>
            </a:lvl8pPr>
            <a:lvl9pPr lvl="8" algn="r" rtl="0">
              <a:lnSpc>
                <a:spcPct val="100000"/>
              </a:lnSpc>
              <a:spcBef>
                <a:spcPts val="0"/>
              </a:spcBef>
              <a:spcAft>
                <a:spcPts val="0"/>
              </a:spcAft>
              <a:buClr>
                <a:srgbClr val="434343"/>
              </a:buClr>
              <a:buSzPts val="1100"/>
              <a:buNone/>
              <a:defRPr sz="1100">
                <a:solidFill>
                  <a:srgbClr val="434343"/>
                </a:solidFill>
              </a:defRPr>
            </a:lvl9pPr>
          </a:lstStyle>
          <a:p>
            <a:endParaRPr/>
          </a:p>
        </p:txBody>
      </p:sp>
      <p:sp>
        <p:nvSpPr>
          <p:cNvPr id="29" name="Google Shape;29;p3"/>
          <p:cNvSpPr txBox="1">
            <a:spLocks noGrp="1"/>
          </p:cNvSpPr>
          <p:nvPr>
            <p:ph type="ctrTitle" idx="15"/>
          </p:nvPr>
        </p:nvSpPr>
        <p:spPr>
          <a:xfrm>
            <a:off x="-285200" y="2987334"/>
            <a:ext cx="3644100" cy="577800"/>
          </a:xfrm>
          <a:prstGeom prst="rect">
            <a:avLst/>
          </a:prstGeom>
        </p:spPr>
        <p:txBody>
          <a:bodyPr spcFirstLastPara="1" wrap="square" lIns="91425" tIns="91425" rIns="91425" bIns="91425" anchor="b" anchorCtr="0">
            <a:noAutofit/>
          </a:bodyPr>
          <a:lstStyle>
            <a:lvl1pPr lvl="0" algn="r" rtl="0">
              <a:spcBef>
                <a:spcPts val="0"/>
              </a:spcBef>
              <a:spcAft>
                <a:spcPts val="0"/>
              </a:spcAft>
              <a:buClr>
                <a:srgbClr val="434343"/>
              </a:buClr>
              <a:buSzPts val="1800"/>
              <a:buNone/>
              <a:defRPr sz="1800">
                <a:solidFill>
                  <a:srgbClr val="434343"/>
                </a:solidFill>
              </a:defRPr>
            </a:lvl1pPr>
            <a:lvl2pPr lvl="1" algn="r" rtl="0">
              <a:spcBef>
                <a:spcPts val="0"/>
              </a:spcBef>
              <a:spcAft>
                <a:spcPts val="0"/>
              </a:spcAft>
              <a:buClr>
                <a:srgbClr val="434343"/>
              </a:buClr>
              <a:buSzPts val="1400"/>
              <a:buNone/>
              <a:defRPr sz="1400">
                <a:solidFill>
                  <a:srgbClr val="434343"/>
                </a:solidFill>
              </a:defRPr>
            </a:lvl2pPr>
            <a:lvl3pPr lvl="2" algn="r" rtl="0">
              <a:spcBef>
                <a:spcPts val="0"/>
              </a:spcBef>
              <a:spcAft>
                <a:spcPts val="0"/>
              </a:spcAft>
              <a:buClr>
                <a:srgbClr val="434343"/>
              </a:buClr>
              <a:buSzPts val="1400"/>
              <a:buNone/>
              <a:defRPr sz="1400">
                <a:solidFill>
                  <a:srgbClr val="434343"/>
                </a:solidFill>
              </a:defRPr>
            </a:lvl3pPr>
            <a:lvl4pPr lvl="3" algn="r" rtl="0">
              <a:spcBef>
                <a:spcPts val="0"/>
              </a:spcBef>
              <a:spcAft>
                <a:spcPts val="0"/>
              </a:spcAft>
              <a:buClr>
                <a:srgbClr val="434343"/>
              </a:buClr>
              <a:buSzPts val="1400"/>
              <a:buNone/>
              <a:defRPr sz="1400">
                <a:solidFill>
                  <a:srgbClr val="434343"/>
                </a:solidFill>
              </a:defRPr>
            </a:lvl4pPr>
            <a:lvl5pPr lvl="4" algn="r" rtl="0">
              <a:spcBef>
                <a:spcPts val="0"/>
              </a:spcBef>
              <a:spcAft>
                <a:spcPts val="0"/>
              </a:spcAft>
              <a:buClr>
                <a:srgbClr val="434343"/>
              </a:buClr>
              <a:buSzPts val="1400"/>
              <a:buNone/>
              <a:defRPr sz="1400">
                <a:solidFill>
                  <a:srgbClr val="434343"/>
                </a:solidFill>
              </a:defRPr>
            </a:lvl5pPr>
            <a:lvl6pPr lvl="5" algn="r" rtl="0">
              <a:spcBef>
                <a:spcPts val="0"/>
              </a:spcBef>
              <a:spcAft>
                <a:spcPts val="0"/>
              </a:spcAft>
              <a:buClr>
                <a:srgbClr val="434343"/>
              </a:buClr>
              <a:buSzPts val="1400"/>
              <a:buNone/>
              <a:defRPr sz="1400">
                <a:solidFill>
                  <a:srgbClr val="434343"/>
                </a:solidFill>
              </a:defRPr>
            </a:lvl6pPr>
            <a:lvl7pPr lvl="6" algn="r" rtl="0">
              <a:spcBef>
                <a:spcPts val="0"/>
              </a:spcBef>
              <a:spcAft>
                <a:spcPts val="0"/>
              </a:spcAft>
              <a:buClr>
                <a:srgbClr val="434343"/>
              </a:buClr>
              <a:buSzPts val="1400"/>
              <a:buNone/>
              <a:defRPr sz="1400">
                <a:solidFill>
                  <a:srgbClr val="434343"/>
                </a:solidFill>
              </a:defRPr>
            </a:lvl7pPr>
            <a:lvl8pPr lvl="7" algn="r" rtl="0">
              <a:spcBef>
                <a:spcPts val="0"/>
              </a:spcBef>
              <a:spcAft>
                <a:spcPts val="0"/>
              </a:spcAft>
              <a:buClr>
                <a:srgbClr val="434343"/>
              </a:buClr>
              <a:buSzPts val="1400"/>
              <a:buNone/>
              <a:defRPr sz="1400">
                <a:solidFill>
                  <a:srgbClr val="434343"/>
                </a:solidFill>
              </a:defRPr>
            </a:lvl8pPr>
            <a:lvl9pPr lvl="8" algn="r" rtl="0">
              <a:spcBef>
                <a:spcPts val="0"/>
              </a:spcBef>
              <a:spcAft>
                <a:spcPts val="0"/>
              </a:spcAft>
              <a:buClr>
                <a:srgbClr val="434343"/>
              </a:buClr>
              <a:buSzPts val="1400"/>
              <a:buNone/>
              <a:defRPr sz="1400">
                <a:solidFill>
                  <a:srgbClr val="434343"/>
                </a:solidFill>
              </a:defRPr>
            </a:lvl9pPr>
          </a:lstStyle>
          <a:p>
            <a:endParaRPr/>
          </a:p>
        </p:txBody>
      </p:sp>
      <p:sp>
        <p:nvSpPr>
          <p:cNvPr id="30" name="Google Shape;30;p3"/>
          <p:cNvSpPr txBox="1">
            <a:spLocks noGrp="1"/>
          </p:cNvSpPr>
          <p:nvPr>
            <p:ph type="subTitle" idx="16"/>
          </p:nvPr>
        </p:nvSpPr>
        <p:spPr>
          <a:xfrm>
            <a:off x="107500" y="3390046"/>
            <a:ext cx="3251400" cy="57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434343"/>
              </a:buClr>
              <a:buSzPts val="1100"/>
              <a:buNone/>
              <a:defRPr sz="1100">
                <a:solidFill>
                  <a:srgbClr val="434343"/>
                </a:solidFill>
              </a:defRPr>
            </a:lvl1pPr>
            <a:lvl2pPr lvl="1" algn="r" rtl="0">
              <a:lnSpc>
                <a:spcPct val="100000"/>
              </a:lnSpc>
              <a:spcBef>
                <a:spcPts val="0"/>
              </a:spcBef>
              <a:spcAft>
                <a:spcPts val="0"/>
              </a:spcAft>
              <a:buClr>
                <a:srgbClr val="434343"/>
              </a:buClr>
              <a:buSzPts val="1100"/>
              <a:buNone/>
              <a:defRPr sz="1100">
                <a:solidFill>
                  <a:srgbClr val="434343"/>
                </a:solidFill>
              </a:defRPr>
            </a:lvl2pPr>
            <a:lvl3pPr lvl="2" algn="r" rtl="0">
              <a:lnSpc>
                <a:spcPct val="100000"/>
              </a:lnSpc>
              <a:spcBef>
                <a:spcPts val="0"/>
              </a:spcBef>
              <a:spcAft>
                <a:spcPts val="0"/>
              </a:spcAft>
              <a:buClr>
                <a:srgbClr val="434343"/>
              </a:buClr>
              <a:buSzPts val="1100"/>
              <a:buNone/>
              <a:defRPr sz="1100">
                <a:solidFill>
                  <a:srgbClr val="434343"/>
                </a:solidFill>
              </a:defRPr>
            </a:lvl3pPr>
            <a:lvl4pPr lvl="3" algn="r" rtl="0">
              <a:lnSpc>
                <a:spcPct val="100000"/>
              </a:lnSpc>
              <a:spcBef>
                <a:spcPts val="0"/>
              </a:spcBef>
              <a:spcAft>
                <a:spcPts val="0"/>
              </a:spcAft>
              <a:buClr>
                <a:srgbClr val="434343"/>
              </a:buClr>
              <a:buSzPts val="1100"/>
              <a:buNone/>
              <a:defRPr sz="1100">
                <a:solidFill>
                  <a:srgbClr val="434343"/>
                </a:solidFill>
              </a:defRPr>
            </a:lvl4pPr>
            <a:lvl5pPr lvl="4" algn="r" rtl="0">
              <a:lnSpc>
                <a:spcPct val="100000"/>
              </a:lnSpc>
              <a:spcBef>
                <a:spcPts val="0"/>
              </a:spcBef>
              <a:spcAft>
                <a:spcPts val="0"/>
              </a:spcAft>
              <a:buClr>
                <a:srgbClr val="434343"/>
              </a:buClr>
              <a:buSzPts val="1100"/>
              <a:buNone/>
              <a:defRPr sz="1100">
                <a:solidFill>
                  <a:srgbClr val="434343"/>
                </a:solidFill>
              </a:defRPr>
            </a:lvl5pPr>
            <a:lvl6pPr lvl="5" algn="r" rtl="0">
              <a:lnSpc>
                <a:spcPct val="100000"/>
              </a:lnSpc>
              <a:spcBef>
                <a:spcPts val="0"/>
              </a:spcBef>
              <a:spcAft>
                <a:spcPts val="0"/>
              </a:spcAft>
              <a:buClr>
                <a:srgbClr val="434343"/>
              </a:buClr>
              <a:buSzPts val="1100"/>
              <a:buNone/>
              <a:defRPr sz="1100">
                <a:solidFill>
                  <a:srgbClr val="434343"/>
                </a:solidFill>
              </a:defRPr>
            </a:lvl6pPr>
            <a:lvl7pPr lvl="6" algn="r" rtl="0">
              <a:lnSpc>
                <a:spcPct val="100000"/>
              </a:lnSpc>
              <a:spcBef>
                <a:spcPts val="0"/>
              </a:spcBef>
              <a:spcAft>
                <a:spcPts val="0"/>
              </a:spcAft>
              <a:buClr>
                <a:srgbClr val="434343"/>
              </a:buClr>
              <a:buSzPts val="1100"/>
              <a:buNone/>
              <a:defRPr sz="1100">
                <a:solidFill>
                  <a:srgbClr val="434343"/>
                </a:solidFill>
              </a:defRPr>
            </a:lvl7pPr>
            <a:lvl8pPr lvl="7" algn="r" rtl="0">
              <a:lnSpc>
                <a:spcPct val="100000"/>
              </a:lnSpc>
              <a:spcBef>
                <a:spcPts val="0"/>
              </a:spcBef>
              <a:spcAft>
                <a:spcPts val="0"/>
              </a:spcAft>
              <a:buClr>
                <a:srgbClr val="434343"/>
              </a:buClr>
              <a:buSzPts val="1100"/>
              <a:buNone/>
              <a:defRPr sz="1100">
                <a:solidFill>
                  <a:srgbClr val="434343"/>
                </a:solidFill>
              </a:defRPr>
            </a:lvl8pPr>
            <a:lvl9pPr lvl="8" algn="r" rtl="0">
              <a:lnSpc>
                <a:spcPct val="100000"/>
              </a:lnSpc>
              <a:spcBef>
                <a:spcPts val="0"/>
              </a:spcBef>
              <a:spcAft>
                <a:spcPts val="0"/>
              </a:spcAft>
              <a:buClr>
                <a:srgbClr val="434343"/>
              </a:buClr>
              <a:buSzPts val="1100"/>
              <a:buNone/>
              <a:defRPr sz="1100">
                <a:solidFill>
                  <a:srgbClr val="434343"/>
                </a:solidFill>
              </a:defRPr>
            </a:lvl9pPr>
          </a:lstStyle>
          <a:p>
            <a:endParaRPr/>
          </a:p>
        </p:txBody>
      </p:sp>
      <p:sp>
        <p:nvSpPr>
          <p:cNvPr id="31" name="Google Shape;31;p3"/>
          <p:cNvSpPr txBox="1">
            <a:spLocks noGrp="1"/>
          </p:cNvSpPr>
          <p:nvPr>
            <p:ph type="ctrTitle" idx="17"/>
          </p:nvPr>
        </p:nvSpPr>
        <p:spPr>
          <a:xfrm>
            <a:off x="-285200" y="3739112"/>
            <a:ext cx="3644100" cy="577800"/>
          </a:xfrm>
          <a:prstGeom prst="rect">
            <a:avLst/>
          </a:prstGeom>
        </p:spPr>
        <p:txBody>
          <a:bodyPr spcFirstLastPara="1" wrap="square" lIns="91425" tIns="91425" rIns="91425" bIns="91425" anchor="b" anchorCtr="0">
            <a:noAutofit/>
          </a:bodyPr>
          <a:lstStyle>
            <a:lvl1pPr lvl="0" algn="r" rtl="0">
              <a:spcBef>
                <a:spcPts val="0"/>
              </a:spcBef>
              <a:spcAft>
                <a:spcPts val="0"/>
              </a:spcAft>
              <a:buClr>
                <a:srgbClr val="434343"/>
              </a:buClr>
              <a:buSzPts val="1800"/>
              <a:buNone/>
              <a:defRPr sz="1800">
                <a:solidFill>
                  <a:srgbClr val="434343"/>
                </a:solidFill>
              </a:defRPr>
            </a:lvl1pPr>
            <a:lvl2pPr lvl="1" algn="r" rtl="0">
              <a:spcBef>
                <a:spcPts val="0"/>
              </a:spcBef>
              <a:spcAft>
                <a:spcPts val="0"/>
              </a:spcAft>
              <a:buClr>
                <a:srgbClr val="434343"/>
              </a:buClr>
              <a:buSzPts val="1400"/>
              <a:buNone/>
              <a:defRPr sz="1400">
                <a:solidFill>
                  <a:srgbClr val="434343"/>
                </a:solidFill>
              </a:defRPr>
            </a:lvl2pPr>
            <a:lvl3pPr lvl="2" algn="r" rtl="0">
              <a:spcBef>
                <a:spcPts val="0"/>
              </a:spcBef>
              <a:spcAft>
                <a:spcPts val="0"/>
              </a:spcAft>
              <a:buClr>
                <a:srgbClr val="434343"/>
              </a:buClr>
              <a:buSzPts val="1400"/>
              <a:buNone/>
              <a:defRPr sz="1400">
                <a:solidFill>
                  <a:srgbClr val="434343"/>
                </a:solidFill>
              </a:defRPr>
            </a:lvl3pPr>
            <a:lvl4pPr lvl="3" algn="r" rtl="0">
              <a:spcBef>
                <a:spcPts val="0"/>
              </a:spcBef>
              <a:spcAft>
                <a:spcPts val="0"/>
              </a:spcAft>
              <a:buClr>
                <a:srgbClr val="434343"/>
              </a:buClr>
              <a:buSzPts val="1400"/>
              <a:buNone/>
              <a:defRPr sz="1400">
                <a:solidFill>
                  <a:srgbClr val="434343"/>
                </a:solidFill>
              </a:defRPr>
            </a:lvl4pPr>
            <a:lvl5pPr lvl="4" algn="r" rtl="0">
              <a:spcBef>
                <a:spcPts val="0"/>
              </a:spcBef>
              <a:spcAft>
                <a:spcPts val="0"/>
              </a:spcAft>
              <a:buClr>
                <a:srgbClr val="434343"/>
              </a:buClr>
              <a:buSzPts val="1400"/>
              <a:buNone/>
              <a:defRPr sz="1400">
                <a:solidFill>
                  <a:srgbClr val="434343"/>
                </a:solidFill>
              </a:defRPr>
            </a:lvl5pPr>
            <a:lvl6pPr lvl="5" algn="r" rtl="0">
              <a:spcBef>
                <a:spcPts val="0"/>
              </a:spcBef>
              <a:spcAft>
                <a:spcPts val="0"/>
              </a:spcAft>
              <a:buClr>
                <a:srgbClr val="434343"/>
              </a:buClr>
              <a:buSzPts val="1400"/>
              <a:buNone/>
              <a:defRPr sz="1400">
                <a:solidFill>
                  <a:srgbClr val="434343"/>
                </a:solidFill>
              </a:defRPr>
            </a:lvl6pPr>
            <a:lvl7pPr lvl="6" algn="r" rtl="0">
              <a:spcBef>
                <a:spcPts val="0"/>
              </a:spcBef>
              <a:spcAft>
                <a:spcPts val="0"/>
              </a:spcAft>
              <a:buClr>
                <a:srgbClr val="434343"/>
              </a:buClr>
              <a:buSzPts val="1400"/>
              <a:buNone/>
              <a:defRPr sz="1400">
                <a:solidFill>
                  <a:srgbClr val="434343"/>
                </a:solidFill>
              </a:defRPr>
            </a:lvl7pPr>
            <a:lvl8pPr lvl="7" algn="r" rtl="0">
              <a:spcBef>
                <a:spcPts val="0"/>
              </a:spcBef>
              <a:spcAft>
                <a:spcPts val="0"/>
              </a:spcAft>
              <a:buClr>
                <a:srgbClr val="434343"/>
              </a:buClr>
              <a:buSzPts val="1400"/>
              <a:buNone/>
              <a:defRPr sz="1400">
                <a:solidFill>
                  <a:srgbClr val="434343"/>
                </a:solidFill>
              </a:defRPr>
            </a:lvl8pPr>
            <a:lvl9pPr lvl="8" algn="r" rtl="0">
              <a:spcBef>
                <a:spcPts val="0"/>
              </a:spcBef>
              <a:spcAft>
                <a:spcPts val="0"/>
              </a:spcAft>
              <a:buClr>
                <a:srgbClr val="434343"/>
              </a:buClr>
              <a:buSzPts val="1400"/>
              <a:buNone/>
              <a:defRPr sz="1400">
                <a:solidFill>
                  <a:srgbClr val="434343"/>
                </a:solidFill>
              </a:defRPr>
            </a:lvl9pPr>
          </a:lstStyle>
          <a:p>
            <a:endParaRPr/>
          </a:p>
        </p:txBody>
      </p:sp>
      <p:sp>
        <p:nvSpPr>
          <p:cNvPr id="32" name="Google Shape;32;p3"/>
          <p:cNvSpPr txBox="1">
            <a:spLocks noGrp="1"/>
          </p:cNvSpPr>
          <p:nvPr>
            <p:ph type="subTitle" idx="18"/>
          </p:nvPr>
        </p:nvSpPr>
        <p:spPr>
          <a:xfrm>
            <a:off x="107500" y="4141824"/>
            <a:ext cx="3251400" cy="57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434343"/>
              </a:buClr>
              <a:buSzPts val="1100"/>
              <a:buNone/>
              <a:defRPr sz="1100">
                <a:solidFill>
                  <a:srgbClr val="434343"/>
                </a:solidFill>
              </a:defRPr>
            </a:lvl1pPr>
            <a:lvl2pPr lvl="1" algn="r" rtl="0">
              <a:lnSpc>
                <a:spcPct val="100000"/>
              </a:lnSpc>
              <a:spcBef>
                <a:spcPts val="0"/>
              </a:spcBef>
              <a:spcAft>
                <a:spcPts val="0"/>
              </a:spcAft>
              <a:buClr>
                <a:srgbClr val="434343"/>
              </a:buClr>
              <a:buSzPts val="1100"/>
              <a:buNone/>
              <a:defRPr sz="1100">
                <a:solidFill>
                  <a:srgbClr val="434343"/>
                </a:solidFill>
              </a:defRPr>
            </a:lvl2pPr>
            <a:lvl3pPr lvl="2" algn="r" rtl="0">
              <a:lnSpc>
                <a:spcPct val="100000"/>
              </a:lnSpc>
              <a:spcBef>
                <a:spcPts val="0"/>
              </a:spcBef>
              <a:spcAft>
                <a:spcPts val="0"/>
              </a:spcAft>
              <a:buClr>
                <a:srgbClr val="434343"/>
              </a:buClr>
              <a:buSzPts val="1100"/>
              <a:buNone/>
              <a:defRPr sz="1100">
                <a:solidFill>
                  <a:srgbClr val="434343"/>
                </a:solidFill>
              </a:defRPr>
            </a:lvl3pPr>
            <a:lvl4pPr lvl="3" algn="r" rtl="0">
              <a:lnSpc>
                <a:spcPct val="100000"/>
              </a:lnSpc>
              <a:spcBef>
                <a:spcPts val="0"/>
              </a:spcBef>
              <a:spcAft>
                <a:spcPts val="0"/>
              </a:spcAft>
              <a:buClr>
                <a:srgbClr val="434343"/>
              </a:buClr>
              <a:buSzPts val="1100"/>
              <a:buNone/>
              <a:defRPr sz="1100">
                <a:solidFill>
                  <a:srgbClr val="434343"/>
                </a:solidFill>
              </a:defRPr>
            </a:lvl4pPr>
            <a:lvl5pPr lvl="4" algn="r" rtl="0">
              <a:lnSpc>
                <a:spcPct val="100000"/>
              </a:lnSpc>
              <a:spcBef>
                <a:spcPts val="0"/>
              </a:spcBef>
              <a:spcAft>
                <a:spcPts val="0"/>
              </a:spcAft>
              <a:buClr>
                <a:srgbClr val="434343"/>
              </a:buClr>
              <a:buSzPts val="1100"/>
              <a:buNone/>
              <a:defRPr sz="1100">
                <a:solidFill>
                  <a:srgbClr val="434343"/>
                </a:solidFill>
              </a:defRPr>
            </a:lvl5pPr>
            <a:lvl6pPr lvl="5" algn="r" rtl="0">
              <a:lnSpc>
                <a:spcPct val="100000"/>
              </a:lnSpc>
              <a:spcBef>
                <a:spcPts val="0"/>
              </a:spcBef>
              <a:spcAft>
                <a:spcPts val="0"/>
              </a:spcAft>
              <a:buClr>
                <a:srgbClr val="434343"/>
              </a:buClr>
              <a:buSzPts val="1100"/>
              <a:buNone/>
              <a:defRPr sz="1100">
                <a:solidFill>
                  <a:srgbClr val="434343"/>
                </a:solidFill>
              </a:defRPr>
            </a:lvl6pPr>
            <a:lvl7pPr lvl="6" algn="r" rtl="0">
              <a:lnSpc>
                <a:spcPct val="100000"/>
              </a:lnSpc>
              <a:spcBef>
                <a:spcPts val="0"/>
              </a:spcBef>
              <a:spcAft>
                <a:spcPts val="0"/>
              </a:spcAft>
              <a:buClr>
                <a:srgbClr val="434343"/>
              </a:buClr>
              <a:buSzPts val="1100"/>
              <a:buNone/>
              <a:defRPr sz="1100">
                <a:solidFill>
                  <a:srgbClr val="434343"/>
                </a:solidFill>
              </a:defRPr>
            </a:lvl7pPr>
            <a:lvl8pPr lvl="7" algn="r" rtl="0">
              <a:lnSpc>
                <a:spcPct val="100000"/>
              </a:lnSpc>
              <a:spcBef>
                <a:spcPts val="0"/>
              </a:spcBef>
              <a:spcAft>
                <a:spcPts val="0"/>
              </a:spcAft>
              <a:buClr>
                <a:srgbClr val="434343"/>
              </a:buClr>
              <a:buSzPts val="1100"/>
              <a:buNone/>
              <a:defRPr sz="1100">
                <a:solidFill>
                  <a:srgbClr val="434343"/>
                </a:solidFill>
              </a:defRPr>
            </a:lvl8pPr>
            <a:lvl9pPr lvl="8" algn="r" rtl="0">
              <a:lnSpc>
                <a:spcPct val="100000"/>
              </a:lnSpc>
              <a:spcBef>
                <a:spcPts val="0"/>
              </a:spcBef>
              <a:spcAft>
                <a:spcPts val="0"/>
              </a:spcAft>
              <a:buClr>
                <a:srgbClr val="434343"/>
              </a:buClr>
              <a:buSzPts val="1100"/>
              <a:buNone/>
              <a:defRPr sz="1100">
                <a:solidFill>
                  <a:srgbClr val="434343"/>
                </a:solidFill>
              </a:defRPr>
            </a:lvl9pPr>
          </a:lstStyle>
          <a:p>
            <a:endParaRPr/>
          </a:p>
        </p:txBody>
      </p:sp>
      <p:sp>
        <p:nvSpPr>
          <p:cNvPr id="33" name="Google Shape;33;p3"/>
          <p:cNvSpPr/>
          <p:nvPr/>
        </p:nvSpPr>
        <p:spPr>
          <a:xfrm>
            <a:off x="8647413" y="-80266"/>
            <a:ext cx="234300" cy="3639900"/>
          </a:xfrm>
          <a:prstGeom prst="rect">
            <a:avLst/>
          </a:prstGeom>
          <a:no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A273E"/>
              </a:solidFill>
            </a:endParaRPr>
          </a:p>
        </p:txBody>
      </p:sp>
      <p:sp>
        <p:nvSpPr>
          <p:cNvPr id="34" name="Google Shape;34;p3"/>
          <p:cNvSpPr/>
          <p:nvPr/>
        </p:nvSpPr>
        <p:spPr>
          <a:xfrm>
            <a:off x="8713975" y="0"/>
            <a:ext cx="234300" cy="3502200"/>
          </a:xfrm>
          <a:prstGeom prst="rect">
            <a:avLst/>
          </a:prstGeom>
          <a:solidFill>
            <a:srgbClr val="E040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A273E"/>
              </a:solidFill>
            </a:endParaRPr>
          </a:p>
        </p:txBody>
      </p:sp>
      <p:sp>
        <p:nvSpPr>
          <p:cNvPr id="35" name="Google Shape;35;p3"/>
          <p:cNvSpPr txBox="1">
            <a:spLocks noGrp="1"/>
          </p:cNvSpPr>
          <p:nvPr>
            <p:ph type="sldNum" idx="12"/>
          </p:nvPr>
        </p:nvSpPr>
        <p:spPr>
          <a:xfrm>
            <a:off x="8556784" y="3136707"/>
            <a:ext cx="548700" cy="393600"/>
          </a:xfrm>
          <a:prstGeom prst="rect">
            <a:avLst/>
          </a:prstGeom>
        </p:spPr>
        <p:txBody>
          <a:bodyPr spcFirstLastPara="1" wrap="square" lIns="91425" tIns="91425" rIns="91425" bIns="91425" anchor="t" anchorCtr="0">
            <a:noAutofit/>
          </a:bodyPr>
          <a:lstStyle>
            <a:lvl1pPr lvl="0" algn="ctr" rtl="0">
              <a:buNone/>
              <a:defRPr>
                <a:solidFill>
                  <a:srgbClr val="F4F2F2"/>
                </a:solidFill>
                <a:latin typeface="Barlow Semi Condensed"/>
                <a:ea typeface="Barlow Semi Condensed"/>
                <a:cs typeface="Barlow Semi Condensed"/>
                <a:sym typeface="Barlow Semi Condensed"/>
              </a:defRPr>
            </a:lvl1pPr>
            <a:lvl2pPr lvl="1" algn="ctr" rtl="0">
              <a:buNone/>
              <a:defRPr>
                <a:solidFill>
                  <a:srgbClr val="F4F2F2"/>
                </a:solidFill>
                <a:latin typeface="Barlow Semi Condensed"/>
                <a:ea typeface="Barlow Semi Condensed"/>
                <a:cs typeface="Barlow Semi Condensed"/>
                <a:sym typeface="Barlow Semi Condensed"/>
              </a:defRPr>
            </a:lvl2pPr>
            <a:lvl3pPr lvl="2" algn="ctr" rtl="0">
              <a:buNone/>
              <a:defRPr>
                <a:solidFill>
                  <a:srgbClr val="F4F2F2"/>
                </a:solidFill>
                <a:latin typeface="Barlow Semi Condensed"/>
                <a:ea typeface="Barlow Semi Condensed"/>
                <a:cs typeface="Barlow Semi Condensed"/>
                <a:sym typeface="Barlow Semi Condensed"/>
              </a:defRPr>
            </a:lvl3pPr>
            <a:lvl4pPr lvl="3" algn="ctr" rtl="0">
              <a:buNone/>
              <a:defRPr>
                <a:solidFill>
                  <a:srgbClr val="F4F2F2"/>
                </a:solidFill>
                <a:latin typeface="Barlow Semi Condensed"/>
                <a:ea typeface="Barlow Semi Condensed"/>
                <a:cs typeface="Barlow Semi Condensed"/>
                <a:sym typeface="Barlow Semi Condensed"/>
              </a:defRPr>
            </a:lvl4pPr>
            <a:lvl5pPr lvl="4" algn="ctr" rtl="0">
              <a:buNone/>
              <a:defRPr>
                <a:solidFill>
                  <a:srgbClr val="F4F2F2"/>
                </a:solidFill>
                <a:latin typeface="Barlow Semi Condensed"/>
                <a:ea typeface="Barlow Semi Condensed"/>
                <a:cs typeface="Barlow Semi Condensed"/>
                <a:sym typeface="Barlow Semi Condensed"/>
              </a:defRPr>
            </a:lvl5pPr>
            <a:lvl6pPr lvl="5" algn="ctr" rtl="0">
              <a:buNone/>
              <a:defRPr>
                <a:solidFill>
                  <a:srgbClr val="F4F2F2"/>
                </a:solidFill>
                <a:latin typeface="Barlow Semi Condensed"/>
                <a:ea typeface="Barlow Semi Condensed"/>
                <a:cs typeface="Barlow Semi Condensed"/>
                <a:sym typeface="Barlow Semi Condensed"/>
              </a:defRPr>
            </a:lvl6pPr>
            <a:lvl7pPr lvl="6" algn="ctr" rtl="0">
              <a:buNone/>
              <a:defRPr>
                <a:solidFill>
                  <a:srgbClr val="F4F2F2"/>
                </a:solidFill>
                <a:latin typeface="Barlow Semi Condensed"/>
                <a:ea typeface="Barlow Semi Condensed"/>
                <a:cs typeface="Barlow Semi Condensed"/>
                <a:sym typeface="Barlow Semi Condensed"/>
              </a:defRPr>
            </a:lvl7pPr>
            <a:lvl8pPr lvl="7" algn="ctr" rtl="0">
              <a:buNone/>
              <a:defRPr>
                <a:solidFill>
                  <a:srgbClr val="F4F2F2"/>
                </a:solidFill>
                <a:latin typeface="Barlow Semi Condensed"/>
                <a:ea typeface="Barlow Semi Condensed"/>
                <a:cs typeface="Barlow Semi Condensed"/>
                <a:sym typeface="Barlow Semi Condensed"/>
              </a:defRPr>
            </a:lvl8pPr>
            <a:lvl9pPr lvl="8" algn="ctr" rtl="0">
              <a:buNone/>
              <a:defRPr>
                <a:solidFill>
                  <a:srgbClr val="F4F2F2"/>
                </a:solidFill>
                <a:latin typeface="Barlow Semi Condensed"/>
                <a:ea typeface="Barlow Semi Condensed"/>
                <a:cs typeface="Barlow Semi Condensed"/>
                <a:sym typeface="Barlow Semi Condensed"/>
              </a:defRPr>
            </a:lvl9pPr>
          </a:lstStyle>
          <a:p>
            <a:pPr marL="0" lvl="0" indent="0" algn="ctr" rtl="0">
              <a:spcBef>
                <a:spcPts val="0"/>
              </a:spcBef>
              <a:spcAft>
                <a:spcPts val="0"/>
              </a:spcAft>
              <a:buNone/>
            </a:pPr>
            <a:fld id="{00000000-1234-1234-1234-123412341234}" type="slidenum">
              <a:rPr lang="es"/>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1">
  <p:cSld name="CUSTOM_18">
    <p:spTree>
      <p:nvGrpSpPr>
        <p:cNvPr id="1" name="Shape 36"/>
        <p:cNvGrpSpPr/>
        <p:nvPr/>
      </p:nvGrpSpPr>
      <p:grpSpPr>
        <a:xfrm>
          <a:off x="0" y="0"/>
          <a:ext cx="0" cy="0"/>
          <a:chOff x="0" y="0"/>
          <a:chExt cx="0" cy="0"/>
        </a:xfrm>
      </p:grpSpPr>
      <p:sp>
        <p:nvSpPr>
          <p:cNvPr id="37" name="Google Shape;37;p4"/>
          <p:cNvSpPr/>
          <p:nvPr/>
        </p:nvSpPr>
        <p:spPr>
          <a:xfrm>
            <a:off x="5536980" y="1486682"/>
            <a:ext cx="3452400" cy="3502200"/>
          </a:xfrm>
          <a:prstGeom prst="rect">
            <a:avLst/>
          </a:prstGeom>
          <a:no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A273E"/>
              </a:solidFill>
            </a:endParaRPr>
          </a:p>
        </p:txBody>
      </p:sp>
      <p:sp>
        <p:nvSpPr>
          <p:cNvPr id="38" name="Google Shape;38;p4"/>
          <p:cNvSpPr/>
          <p:nvPr/>
        </p:nvSpPr>
        <p:spPr>
          <a:xfrm>
            <a:off x="5691575" y="1641275"/>
            <a:ext cx="3452400" cy="3502200"/>
          </a:xfrm>
          <a:prstGeom prst="rect">
            <a:avLst/>
          </a:prstGeom>
          <a:solidFill>
            <a:srgbClr val="E040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A273E"/>
              </a:solidFill>
            </a:endParaRPr>
          </a:p>
        </p:txBody>
      </p:sp>
      <p:sp>
        <p:nvSpPr>
          <p:cNvPr id="39" name="Google Shape;39;p4"/>
          <p:cNvSpPr txBox="1">
            <a:spLocks noGrp="1"/>
          </p:cNvSpPr>
          <p:nvPr>
            <p:ph type="title" hasCustomPrompt="1"/>
          </p:nvPr>
        </p:nvSpPr>
        <p:spPr>
          <a:xfrm flipH="1">
            <a:off x="5462473" y="2485300"/>
            <a:ext cx="4583400" cy="7545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4F2F2"/>
              </a:buClr>
              <a:buSzPts val="15000"/>
              <a:buNone/>
              <a:defRPr sz="15000">
                <a:solidFill>
                  <a:srgbClr val="F4F2F2"/>
                </a:solidFill>
              </a:defRPr>
            </a:lvl1pPr>
            <a:lvl2pPr lvl="1" rtl="0">
              <a:spcBef>
                <a:spcPts val="0"/>
              </a:spcBef>
              <a:spcAft>
                <a:spcPts val="0"/>
              </a:spcAft>
              <a:buClr>
                <a:srgbClr val="F4F2F2"/>
              </a:buClr>
              <a:buSzPts val="6000"/>
              <a:buFont typeface="Fira Sans Extra Condensed Medium"/>
              <a:buNone/>
              <a:defRPr sz="6000">
                <a:solidFill>
                  <a:srgbClr val="F4F2F2"/>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F4F2F2"/>
              </a:buClr>
              <a:buSzPts val="6000"/>
              <a:buFont typeface="Fira Sans Extra Condensed Medium"/>
              <a:buNone/>
              <a:defRPr sz="6000">
                <a:solidFill>
                  <a:srgbClr val="F4F2F2"/>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F4F2F2"/>
              </a:buClr>
              <a:buSzPts val="6000"/>
              <a:buFont typeface="Fira Sans Extra Condensed Medium"/>
              <a:buNone/>
              <a:defRPr sz="6000">
                <a:solidFill>
                  <a:srgbClr val="F4F2F2"/>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F4F2F2"/>
              </a:buClr>
              <a:buSzPts val="6000"/>
              <a:buFont typeface="Fira Sans Extra Condensed Medium"/>
              <a:buNone/>
              <a:defRPr sz="6000">
                <a:solidFill>
                  <a:srgbClr val="F4F2F2"/>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F4F2F2"/>
              </a:buClr>
              <a:buSzPts val="6000"/>
              <a:buFont typeface="Fira Sans Extra Condensed Medium"/>
              <a:buNone/>
              <a:defRPr sz="6000">
                <a:solidFill>
                  <a:srgbClr val="F4F2F2"/>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F4F2F2"/>
              </a:buClr>
              <a:buSzPts val="6000"/>
              <a:buFont typeface="Fira Sans Extra Condensed Medium"/>
              <a:buNone/>
              <a:defRPr sz="6000">
                <a:solidFill>
                  <a:srgbClr val="F4F2F2"/>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F4F2F2"/>
              </a:buClr>
              <a:buSzPts val="6000"/>
              <a:buFont typeface="Fira Sans Extra Condensed Medium"/>
              <a:buNone/>
              <a:defRPr sz="6000">
                <a:solidFill>
                  <a:srgbClr val="F4F2F2"/>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F4F2F2"/>
              </a:buClr>
              <a:buSzPts val="6000"/>
              <a:buFont typeface="Fira Sans Extra Condensed Medium"/>
              <a:buNone/>
              <a:defRPr sz="6000">
                <a:solidFill>
                  <a:srgbClr val="F4F2F2"/>
                </a:solidFill>
                <a:latin typeface="Fira Sans Extra Condensed Medium"/>
                <a:ea typeface="Fira Sans Extra Condensed Medium"/>
                <a:cs typeface="Fira Sans Extra Condensed Medium"/>
                <a:sym typeface="Fira Sans Extra Condensed Medium"/>
              </a:defRPr>
            </a:lvl9pPr>
          </a:lstStyle>
          <a:p>
            <a:r>
              <a:t>xx%</a:t>
            </a:r>
          </a:p>
        </p:txBody>
      </p:sp>
      <p:sp>
        <p:nvSpPr>
          <p:cNvPr id="40" name="Google Shape;40;p4"/>
          <p:cNvSpPr txBox="1">
            <a:spLocks noGrp="1"/>
          </p:cNvSpPr>
          <p:nvPr>
            <p:ph type="ctrTitle" idx="2"/>
          </p:nvPr>
        </p:nvSpPr>
        <p:spPr>
          <a:xfrm flipH="1">
            <a:off x="-119482" y="3291434"/>
            <a:ext cx="7410000" cy="1301100"/>
          </a:xfrm>
          <a:prstGeom prst="rect">
            <a:avLst/>
          </a:prstGeom>
        </p:spPr>
        <p:txBody>
          <a:bodyPr spcFirstLastPara="1" wrap="square" lIns="91425" tIns="91425" rIns="91425" bIns="91425" anchor="t" anchorCtr="0">
            <a:noAutofit/>
          </a:bodyPr>
          <a:lstStyle>
            <a:lvl1pPr lvl="0" algn="r" rtl="0">
              <a:spcBef>
                <a:spcPts val="0"/>
              </a:spcBef>
              <a:spcAft>
                <a:spcPts val="0"/>
              </a:spcAft>
              <a:buClr>
                <a:srgbClr val="434343"/>
              </a:buClr>
              <a:buSzPts val="3600"/>
              <a:buNone/>
              <a:defRPr sz="3600">
                <a:solidFill>
                  <a:srgbClr val="434343"/>
                </a:solidFill>
              </a:defRPr>
            </a:lvl1pPr>
            <a:lvl2pPr lvl="1" algn="r" rtl="0">
              <a:spcBef>
                <a:spcPts val="0"/>
              </a:spcBef>
              <a:spcAft>
                <a:spcPts val="0"/>
              </a:spcAft>
              <a:buClr>
                <a:srgbClr val="FFFFFF"/>
              </a:buClr>
              <a:buSzPts val="6500"/>
              <a:buNone/>
              <a:defRPr sz="6500">
                <a:solidFill>
                  <a:srgbClr val="FFFFFF"/>
                </a:solidFill>
              </a:defRPr>
            </a:lvl2pPr>
            <a:lvl3pPr lvl="2" algn="r" rtl="0">
              <a:spcBef>
                <a:spcPts val="0"/>
              </a:spcBef>
              <a:spcAft>
                <a:spcPts val="0"/>
              </a:spcAft>
              <a:buClr>
                <a:srgbClr val="FFFFFF"/>
              </a:buClr>
              <a:buSzPts val="6500"/>
              <a:buNone/>
              <a:defRPr sz="6500">
                <a:solidFill>
                  <a:srgbClr val="FFFFFF"/>
                </a:solidFill>
              </a:defRPr>
            </a:lvl3pPr>
            <a:lvl4pPr lvl="3" algn="r" rtl="0">
              <a:spcBef>
                <a:spcPts val="0"/>
              </a:spcBef>
              <a:spcAft>
                <a:spcPts val="0"/>
              </a:spcAft>
              <a:buClr>
                <a:srgbClr val="FFFFFF"/>
              </a:buClr>
              <a:buSzPts val="6500"/>
              <a:buNone/>
              <a:defRPr sz="6500">
                <a:solidFill>
                  <a:srgbClr val="FFFFFF"/>
                </a:solidFill>
              </a:defRPr>
            </a:lvl4pPr>
            <a:lvl5pPr lvl="4" algn="r" rtl="0">
              <a:spcBef>
                <a:spcPts val="0"/>
              </a:spcBef>
              <a:spcAft>
                <a:spcPts val="0"/>
              </a:spcAft>
              <a:buClr>
                <a:srgbClr val="FFFFFF"/>
              </a:buClr>
              <a:buSzPts val="6500"/>
              <a:buNone/>
              <a:defRPr sz="6500">
                <a:solidFill>
                  <a:srgbClr val="FFFFFF"/>
                </a:solidFill>
              </a:defRPr>
            </a:lvl5pPr>
            <a:lvl6pPr lvl="5" algn="r" rtl="0">
              <a:spcBef>
                <a:spcPts val="0"/>
              </a:spcBef>
              <a:spcAft>
                <a:spcPts val="0"/>
              </a:spcAft>
              <a:buClr>
                <a:srgbClr val="FFFFFF"/>
              </a:buClr>
              <a:buSzPts val="6500"/>
              <a:buNone/>
              <a:defRPr sz="6500">
                <a:solidFill>
                  <a:srgbClr val="FFFFFF"/>
                </a:solidFill>
              </a:defRPr>
            </a:lvl6pPr>
            <a:lvl7pPr lvl="6" algn="r" rtl="0">
              <a:spcBef>
                <a:spcPts val="0"/>
              </a:spcBef>
              <a:spcAft>
                <a:spcPts val="0"/>
              </a:spcAft>
              <a:buClr>
                <a:srgbClr val="FFFFFF"/>
              </a:buClr>
              <a:buSzPts val="6500"/>
              <a:buNone/>
              <a:defRPr sz="6500">
                <a:solidFill>
                  <a:srgbClr val="FFFFFF"/>
                </a:solidFill>
              </a:defRPr>
            </a:lvl7pPr>
            <a:lvl8pPr lvl="7" algn="r" rtl="0">
              <a:spcBef>
                <a:spcPts val="0"/>
              </a:spcBef>
              <a:spcAft>
                <a:spcPts val="0"/>
              </a:spcAft>
              <a:buClr>
                <a:srgbClr val="FFFFFF"/>
              </a:buClr>
              <a:buSzPts val="6500"/>
              <a:buNone/>
              <a:defRPr sz="6500">
                <a:solidFill>
                  <a:srgbClr val="FFFFFF"/>
                </a:solidFill>
              </a:defRPr>
            </a:lvl8pPr>
            <a:lvl9pPr lvl="8" algn="r" rtl="0">
              <a:spcBef>
                <a:spcPts val="0"/>
              </a:spcBef>
              <a:spcAft>
                <a:spcPts val="0"/>
              </a:spcAft>
              <a:buClr>
                <a:srgbClr val="FFFFFF"/>
              </a:buClr>
              <a:buSzPts val="6500"/>
              <a:buNone/>
              <a:defRPr sz="6500">
                <a:solidFill>
                  <a:srgbClr val="FFFFFF"/>
                </a:solidFill>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Design">
  <p:cSld name="CUSTOM_15">
    <p:spTree>
      <p:nvGrpSpPr>
        <p:cNvPr id="1" name="Shape 49"/>
        <p:cNvGrpSpPr/>
        <p:nvPr/>
      </p:nvGrpSpPr>
      <p:grpSpPr>
        <a:xfrm>
          <a:off x="0" y="0"/>
          <a:ext cx="0" cy="0"/>
          <a:chOff x="0" y="0"/>
          <a:chExt cx="0" cy="0"/>
        </a:xfrm>
      </p:grpSpPr>
      <p:sp>
        <p:nvSpPr>
          <p:cNvPr id="50" name="Google Shape;50;p6"/>
          <p:cNvSpPr/>
          <p:nvPr/>
        </p:nvSpPr>
        <p:spPr>
          <a:xfrm>
            <a:off x="8647413" y="-80266"/>
            <a:ext cx="234300" cy="3639900"/>
          </a:xfrm>
          <a:prstGeom prst="rect">
            <a:avLst/>
          </a:prstGeom>
          <a:no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A273E"/>
              </a:solidFill>
            </a:endParaRPr>
          </a:p>
        </p:txBody>
      </p:sp>
      <p:sp>
        <p:nvSpPr>
          <p:cNvPr id="51" name="Google Shape;51;p6"/>
          <p:cNvSpPr/>
          <p:nvPr/>
        </p:nvSpPr>
        <p:spPr>
          <a:xfrm>
            <a:off x="8713975" y="0"/>
            <a:ext cx="234300" cy="3502200"/>
          </a:xfrm>
          <a:prstGeom prst="rect">
            <a:avLst/>
          </a:prstGeom>
          <a:solidFill>
            <a:srgbClr val="E040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A273E"/>
              </a:solidFill>
            </a:endParaRPr>
          </a:p>
        </p:txBody>
      </p:sp>
      <p:sp>
        <p:nvSpPr>
          <p:cNvPr id="52" name="Google Shape;52;p6"/>
          <p:cNvSpPr txBox="1">
            <a:spLocks noGrp="1"/>
          </p:cNvSpPr>
          <p:nvPr>
            <p:ph type="sldNum" idx="12"/>
          </p:nvPr>
        </p:nvSpPr>
        <p:spPr>
          <a:xfrm>
            <a:off x="8556784" y="3136707"/>
            <a:ext cx="548700" cy="393600"/>
          </a:xfrm>
          <a:prstGeom prst="rect">
            <a:avLst/>
          </a:prstGeom>
        </p:spPr>
        <p:txBody>
          <a:bodyPr spcFirstLastPara="1" wrap="square" lIns="91425" tIns="91425" rIns="91425" bIns="91425" anchor="t" anchorCtr="0">
            <a:noAutofit/>
          </a:bodyPr>
          <a:lstStyle>
            <a:lvl1pPr lvl="0" algn="ctr" rtl="0">
              <a:buNone/>
              <a:defRPr>
                <a:solidFill>
                  <a:srgbClr val="F4F2F2"/>
                </a:solidFill>
                <a:latin typeface="Barlow Semi Condensed"/>
                <a:ea typeface="Barlow Semi Condensed"/>
                <a:cs typeface="Barlow Semi Condensed"/>
                <a:sym typeface="Barlow Semi Condensed"/>
              </a:defRPr>
            </a:lvl1pPr>
            <a:lvl2pPr lvl="1" algn="ctr" rtl="0">
              <a:buNone/>
              <a:defRPr>
                <a:solidFill>
                  <a:srgbClr val="F4F2F2"/>
                </a:solidFill>
                <a:latin typeface="Barlow Semi Condensed"/>
                <a:ea typeface="Barlow Semi Condensed"/>
                <a:cs typeface="Barlow Semi Condensed"/>
                <a:sym typeface="Barlow Semi Condensed"/>
              </a:defRPr>
            </a:lvl2pPr>
            <a:lvl3pPr lvl="2" algn="ctr" rtl="0">
              <a:buNone/>
              <a:defRPr>
                <a:solidFill>
                  <a:srgbClr val="F4F2F2"/>
                </a:solidFill>
                <a:latin typeface="Barlow Semi Condensed"/>
                <a:ea typeface="Barlow Semi Condensed"/>
                <a:cs typeface="Barlow Semi Condensed"/>
                <a:sym typeface="Barlow Semi Condensed"/>
              </a:defRPr>
            </a:lvl3pPr>
            <a:lvl4pPr lvl="3" algn="ctr" rtl="0">
              <a:buNone/>
              <a:defRPr>
                <a:solidFill>
                  <a:srgbClr val="F4F2F2"/>
                </a:solidFill>
                <a:latin typeface="Barlow Semi Condensed"/>
                <a:ea typeface="Barlow Semi Condensed"/>
                <a:cs typeface="Barlow Semi Condensed"/>
                <a:sym typeface="Barlow Semi Condensed"/>
              </a:defRPr>
            </a:lvl4pPr>
            <a:lvl5pPr lvl="4" algn="ctr" rtl="0">
              <a:buNone/>
              <a:defRPr>
                <a:solidFill>
                  <a:srgbClr val="F4F2F2"/>
                </a:solidFill>
                <a:latin typeface="Barlow Semi Condensed"/>
                <a:ea typeface="Barlow Semi Condensed"/>
                <a:cs typeface="Barlow Semi Condensed"/>
                <a:sym typeface="Barlow Semi Condensed"/>
              </a:defRPr>
            </a:lvl5pPr>
            <a:lvl6pPr lvl="5" algn="ctr" rtl="0">
              <a:buNone/>
              <a:defRPr>
                <a:solidFill>
                  <a:srgbClr val="F4F2F2"/>
                </a:solidFill>
                <a:latin typeface="Barlow Semi Condensed"/>
                <a:ea typeface="Barlow Semi Condensed"/>
                <a:cs typeface="Barlow Semi Condensed"/>
                <a:sym typeface="Barlow Semi Condensed"/>
              </a:defRPr>
            </a:lvl6pPr>
            <a:lvl7pPr lvl="6" algn="ctr" rtl="0">
              <a:buNone/>
              <a:defRPr>
                <a:solidFill>
                  <a:srgbClr val="F4F2F2"/>
                </a:solidFill>
                <a:latin typeface="Barlow Semi Condensed"/>
                <a:ea typeface="Barlow Semi Condensed"/>
                <a:cs typeface="Barlow Semi Condensed"/>
                <a:sym typeface="Barlow Semi Condensed"/>
              </a:defRPr>
            </a:lvl7pPr>
            <a:lvl8pPr lvl="7" algn="ctr" rtl="0">
              <a:buNone/>
              <a:defRPr>
                <a:solidFill>
                  <a:srgbClr val="F4F2F2"/>
                </a:solidFill>
                <a:latin typeface="Barlow Semi Condensed"/>
                <a:ea typeface="Barlow Semi Condensed"/>
                <a:cs typeface="Barlow Semi Condensed"/>
                <a:sym typeface="Barlow Semi Condensed"/>
              </a:defRPr>
            </a:lvl8pPr>
            <a:lvl9pPr lvl="8" algn="ctr" rtl="0">
              <a:buNone/>
              <a:defRPr>
                <a:solidFill>
                  <a:srgbClr val="F4F2F2"/>
                </a:solidFill>
                <a:latin typeface="Barlow Semi Condensed"/>
                <a:ea typeface="Barlow Semi Condensed"/>
                <a:cs typeface="Barlow Semi Condensed"/>
                <a:sym typeface="Barlow Semi Condensed"/>
              </a:defRPr>
            </a:lvl9pPr>
          </a:lstStyle>
          <a:p>
            <a:pPr marL="0" lvl="0" indent="0" algn="ctr" rtl="0">
              <a:spcBef>
                <a:spcPts val="0"/>
              </a:spcBef>
              <a:spcAft>
                <a:spcPts val="0"/>
              </a:spcAft>
              <a:buNone/>
            </a:pPr>
            <a:fld id="{00000000-1234-1234-1234-123412341234}" type="slidenum">
              <a:rPr lang="es"/>
              <a:t>‹#›</a:t>
            </a:fld>
            <a:endParaRPr/>
          </a:p>
        </p:txBody>
      </p:sp>
      <p:sp>
        <p:nvSpPr>
          <p:cNvPr id="53" name="Google Shape;53;p6"/>
          <p:cNvSpPr txBox="1">
            <a:spLocks noGrp="1"/>
          </p:cNvSpPr>
          <p:nvPr>
            <p:ph type="ctrTitle"/>
          </p:nvPr>
        </p:nvSpPr>
        <p:spPr>
          <a:xfrm>
            <a:off x="895675" y="976850"/>
            <a:ext cx="2298300" cy="9462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subtitle 2">
  <p:cSld name="CUSTOM_21_1_1">
    <p:spTree>
      <p:nvGrpSpPr>
        <p:cNvPr id="1" name="Shape 73"/>
        <p:cNvGrpSpPr/>
        <p:nvPr/>
      </p:nvGrpSpPr>
      <p:grpSpPr>
        <a:xfrm>
          <a:off x="0" y="0"/>
          <a:ext cx="0" cy="0"/>
          <a:chOff x="0" y="0"/>
          <a:chExt cx="0" cy="0"/>
        </a:xfrm>
      </p:grpSpPr>
      <p:sp>
        <p:nvSpPr>
          <p:cNvPr id="74" name="Google Shape;74;p10"/>
          <p:cNvSpPr/>
          <p:nvPr/>
        </p:nvSpPr>
        <p:spPr>
          <a:xfrm>
            <a:off x="4905925" y="1346876"/>
            <a:ext cx="2919000" cy="609900"/>
          </a:xfrm>
          <a:prstGeom prst="rect">
            <a:avLst/>
          </a:prstGeom>
          <a:no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0"/>
          <p:cNvSpPr/>
          <p:nvPr/>
        </p:nvSpPr>
        <p:spPr>
          <a:xfrm>
            <a:off x="8647413" y="-80266"/>
            <a:ext cx="234300" cy="3639900"/>
          </a:xfrm>
          <a:prstGeom prst="rect">
            <a:avLst/>
          </a:prstGeom>
          <a:no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A273E"/>
              </a:solidFill>
            </a:endParaRPr>
          </a:p>
        </p:txBody>
      </p:sp>
      <p:sp>
        <p:nvSpPr>
          <p:cNvPr id="76" name="Google Shape;76;p10"/>
          <p:cNvSpPr/>
          <p:nvPr/>
        </p:nvSpPr>
        <p:spPr>
          <a:xfrm>
            <a:off x="8713975" y="0"/>
            <a:ext cx="234300" cy="3502200"/>
          </a:xfrm>
          <a:prstGeom prst="rect">
            <a:avLst/>
          </a:prstGeom>
          <a:solidFill>
            <a:srgbClr val="E040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A273E"/>
              </a:solidFill>
            </a:endParaRPr>
          </a:p>
        </p:txBody>
      </p:sp>
      <p:sp>
        <p:nvSpPr>
          <p:cNvPr id="77" name="Google Shape;77;p10"/>
          <p:cNvSpPr txBox="1">
            <a:spLocks noGrp="1"/>
          </p:cNvSpPr>
          <p:nvPr>
            <p:ph type="sldNum" idx="12"/>
          </p:nvPr>
        </p:nvSpPr>
        <p:spPr>
          <a:xfrm>
            <a:off x="8556784" y="3136707"/>
            <a:ext cx="548700" cy="393600"/>
          </a:xfrm>
          <a:prstGeom prst="rect">
            <a:avLst/>
          </a:prstGeom>
        </p:spPr>
        <p:txBody>
          <a:bodyPr spcFirstLastPara="1" wrap="square" lIns="91425" tIns="91425" rIns="91425" bIns="91425" anchor="t" anchorCtr="0">
            <a:noAutofit/>
          </a:bodyPr>
          <a:lstStyle>
            <a:lvl1pPr lvl="0" algn="ctr" rtl="0">
              <a:buNone/>
              <a:defRPr>
                <a:solidFill>
                  <a:srgbClr val="F4F2F2"/>
                </a:solidFill>
                <a:latin typeface="Barlow Semi Condensed"/>
                <a:ea typeface="Barlow Semi Condensed"/>
                <a:cs typeface="Barlow Semi Condensed"/>
                <a:sym typeface="Barlow Semi Condensed"/>
              </a:defRPr>
            </a:lvl1pPr>
            <a:lvl2pPr lvl="1" algn="ctr" rtl="0">
              <a:buNone/>
              <a:defRPr>
                <a:solidFill>
                  <a:srgbClr val="F4F2F2"/>
                </a:solidFill>
                <a:latin typeface="Barlow Semi Condensed"/>
                <a:ea typeface="Barlow Semi Condensed"/>
                <a:cs typeface="Barlow Semi Condensed"/>
                <a:sym typeface="Barlow Semi Condensed"/>
              </a:defRPr>
            </a:lvl2pPr>
            <a:lvl3pPr lvl="2" algn="ctr" rtl="0">
              <a:buNone/>
              <a:defRPr>
                <a:solidFill>
                  <a:srgbClr val="F4F2F2"/>
                </a:solidFill>
                <a:latin typeface="Barlow Semi Condensed"/>
                <a:ea typeface="Barlow Semi Condensed"/>
                <a:cs typeface="Barlow Semi Condensed"/>
                <a:sym typeface="Barlow Semi Condensed"/>
              </a:defRPr>
            </a:lvl3pPr>
            <a:lvl4pPr lvl="3" algn="ctr" rtl="0">
              <a:buNone/>
              <a:defRPr>
                <a:solidFill>
                  <a:srgbClr val="F4F2F2"/>
                </a:solidFill>
                <a:latin typeface="Barlow Semi Condensed"/>
                <a:ea typeface="Barlow Semi Condensed"/>
                <a:cs typeface="Barlow Semi Condensed"/>
                <a:sym typeface="Barlow Semi Condensed"/>
              </a:defRPr>
            </a:lvl4pPr>
            <a:lvl5pPr lvl="4" algn="ctr" rtl="0">
              <a:buNone/>
              <a:defRPr>
                <a:solidFill>
                  <a:srgbClr val="F4F2F2"/>
                </a:solidFill>
                <a:latin typeface="Barlow Semi Condensed"/>
                <a:ea typeface="Barlow Semi Condensed"/>
                <a:cs typeface="Barlow Semi Condensed"/>
                <a:sym typeface="Barlow Semi Condensed"/>
              </a:defRPr>
            </a:lvl5pPr>
            <a:lvl6pPr lvl="5" algn="ctr" rtl="0">
              <a:buNone/>
              <a:defRPr>
                <a:solidFill>
                  <a:srgbClr val="F4F2F2"/>
                </a:solidFill>
                <a:latin typeface="Barlow Semi Condensed"/>
                <a:ea typeface="Barlow Semi Condensed"/>
                <a:cs typeface="Barlow Semi Condensed"/>
                <a:sym typeface="Barlow Semi Condensed"/>
              </a:defRPr>
            </a:lvl6pPr>
            <a:lvl7pPr lvl="6" algn="ctr" rtl="0">
              <a:buNone/>
              <a:defRPr>
                <a:solidFill>
                  <a:srgbClr val="F4F2F2"/>
                </a:solidFill>
                <a:latin typeface="Barlow Semi Condensed"/>
                <a:ea typeface="Barlow Semi Condensed"/>
                <a:cs typeface="Barlow Semi Condensed"/>
                <a:sym typeface="Barlow Semi Condensed"/>
              </a:defRPr>
            </a:lvl7pPr>
            <a:lvl8pPr lvl="7" algn="ctr" rtl="0">
              <a:buNone/>
              <a:defRPr>
                <a:solidFill>
                  <a:srgbClr val="F4F2F2"/>
                </a:solidFill>
                <a:latin typeface="Barlow Semi Condensed"/>
                <a:ea typeface="Barlow Semi Condensed"/>
                <a:cs typeface="Barlow Semi Condensed"/>
                <a:sym typeface="Barlow Semi Condensed"/>
              </a:defRPr>
            </a:lvl8pPr>
            <a:lvl9pPr lvl="8" algn="ctr" rtl="0">
              <a:buNone/>
              <a:defRPr>
                <a:solidFill>
                  <a:srgbClr val="F4F2F2"/>
                </a:solidFill>
                <a:latin typeface="Barlow Semi Condensed"/>
                <a:ea typeface="Barlow Semi Condensed"/>
                <a:cs typeface="Barlow Semi Condensed"/>
                <a:sym typeface="Barlow Semi Condensed"/>
              </a:defRPr>
            </a:lvl9pPr>
          </a:lstStyle>
          <a:p>
            <a:pPr marL="0" lvl="0" indent="0" algn="ctr" rtl="0">
              <a:spcBef>
                <a:spcPts val="0"/>
              </a:spcBef>
              <a:spcAft>
                <a:spcPts val="0"/>
              </a:spcAft>
              <a:buNone/>
            </a:pPr>
            <a:fld id="{00000000-1234-1234-1234-123412341234}" type="slidenum">
              <a:rPr lang="es"/>
              <a:t>‹#›</a:t>
            </a:fld>
            <a:endParaRPr/>
          </a:p>
        </p:txBody>
      </p:sp>
      <p:sp>
        <p:nvSpPr>
          <p:cNvPr id="78" name="Google Shape;78;p10"/>
          <p:cNvSpPr/>
          <p:nvPr/>
        </p:nvSpPr>
        <p:spPr>
          <a:xfrm>
            <a:off x="4990250" y="1431200"/>
            <a:ext cx="2919000" cy="609900"/>
          </a:xfrm>
          <a:prstGeom prst="rect">
            <a:avLst/>
          </a:prstGeom>
          <a:solidFill>
            <a:srgbClr val="E040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0"/>
          <p:cNvSpPr txBox="1">
            <a:spLocks noGrp="1"/>
          </p:cNvSpPr>
          <p:nvPr>
            <p:ph type="ctrTitle"/>
          </p:nvPr>
        </p:nvSpPr>
        <p:spPr>
          <a:xfrm>
            <a:off x="4873903" y="1266558"/>
            <a:ext cx="3440700" cy="9462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F4F2F2"/>
              </a:buClr>
              <a:buSzPts val="2400"/>
              <a:buNone/>
              <a:defRPr sz="2400">
                <a:solidFill>
                  <a:srgbClr val="F4F2F2"/>
                </a:solidFill>
              </a:defRPr>
            </a:lvl1pPr>
            <a:lvl2pPr lvl="1" rtl="0">
              <a:spcBef>
                <a:spcPts val="0"/>
              </a:spcBef>
              <a:spcAft>
                <a:spcPts val="0"/>
              </a:spcAft>
              <a:buClr>
                <a:srgbClr val="F4F2F2"/>
              </a:buClr>
              <a:buSzPts val="2400"/>
              <a:buNone/>
              <a:defRPr sz="2400">
                <a:solidFill>
                  <a:srgbClr val="F4F2F2"/>
                </a:solidFill>
              </a:defRPr>
            </a:lvl2pPr>
            <a:lvl3pPr lvl="2" rtl="0">
              <a:spcBef>
                <a:spcPts val="0"/>
              </a:spcBef>
              <a:spcAft>
                <a:spcPts val="0"/>
              </a:spcAft>
              <a:buClr>
                <a:srgbClr val="F4F2F2"/>
              </a:buClr>
              <a:buSzPts val="2400"/>
              <a:buNone/>
              <a:defRPr sz="2400">
                <a:solidFill>
                  <a:srgbClr val="F4F2F2"/>
                </a:solidFill>
              </a:defRPr>
            </a:lvl3pPr>
            <a:lvl4pPr lvl="3" rtl="0">
              <a:spcBef>
                <a:spcPts val="0"/>
              </a:spcBef>
              <a:spcAft>
                <a:spcPts val="0"/>
              </a:spcAft>
              <a:buClr>
                <a:srgbClr val="F4F2F2"/>
              </a:buClr>
              <a:buSzPts val="2400"/>
              <a:buNone/>
              <a:defRPr sz="2400">
                <a:solidFill>
                  <a:srgbClr val="F4F2F2"/>
                </a:solidFill>
              </a:defRPr>
            </a:lvl4pPr>
            <a:lvl5pPr lvl="4" rtl="0">
              <a:spcBef>
                <a:spcPts val="0"/>
              </a:spcBef>
              <a:spcAft>
                <a:spcPts val="0"/>
              </a:spcAft>
              <a:buClr>
                <a:srgbClr val="F4F2F2"/>
              </a:buClr>
              <a:buSzPts val="2400"/>
              <a:buNone/>
              <a:defRPr sz="2400">
                <a:solidFill>
                  <a:srgbClr val="F4F2F2"/>
                </a:solidFill>
              </a:defRPr>
            </a:lvl5pPr>
            <a:lvl6pPr lvl="5" rtl="0">
              <a:spcBef>
                <a:spcPts val="0"/>
              </a:spcBef>
              <a:spcAft>
                <a:spcPts val="0"/>
              </a:spcAft>
              <a:buClr>
                <a:srgbClr val="F4F2F2"/>
              </a:buClr>
              <a:buSzPts val="2400"/>
              <a:buNone/>
              <a:defRPr sz="2400">
                <a:solidFill>
                  <a:srgbClr val="F4F2F2"/>
                </a:solidFill>
              </a:defRPr>
            </a:lvl6pPr>
            <a:lvl7pPr lvl="6" rtl="0">
              <a:spcBef>
                <a:spcPts val="0"/>
              </a:spcBef>
              <a:spcAft>
                <a:spcPts val="0"/>
              </a:spcAft>
              <a:buClr>
                <a:srgbClr val="F4F2F2"/>
              </a:buClr>
              <a:buSzPts val="2400"/>
              <a:buNone/>
              <a:defRPr sz="2400">
                <a:solidFill>
                  <a:srgbClr val="F4F2F2"/>
                </a:solidFill>
              </a:defRPr>
            </a:lvl7pPr>
            <a:lvl8pPr lvl="7" rtl="0">
              <a:spcBef>
                <a:spcPts val="0"/>
              </a:spcBef>
              <a:spcAft>
                <a:spcPts val="0"/>
              </a:spcAft>
              <a:buClr>
                <a:srgbClr val="F4F2F2"/>
              </a:buClr>
              <a:buSzPts val="2400"/>
              <a:buNone/>
              <a:defRPr sz="2400">
                <a:solidFill>
                  <a:srgbClr val="F4F2F2"/>
                </a:solidFill>
              </a:defRPr>
            </a:lvl8pPr>
            <a:lvl9pPr lvl="8" rtl="0">
              <a:spcBef>
                <a:spcPts val="0"/>
              </a:spcBef>
              <a:spcAft>
                <a:spcPts val="0"/>
              </a:spcAft>
              <a:buClr>
                <a:srgbClr val="F4F2F2"/>
              </a:buClr>
              <a:buSzPts val="2400"/>
              <a:buNone/>
              <a:defRPr sz="2400">
                <a:solidFill>
                  <a:srgbClr val="F4F2F2"/>
                </a:solidFill>
              </a:defRPr>
            </a:lvl9pPr>
          </a:lstStyle>
          <a:p>
            <a:endParaRPr/>
          </a:p>
        </p:txBody>
      </p:sp>
      <p:sp>
        <p:nvSpPr>
          <p:cNvPr id="80" name="Google Shape;80;p10"/>
          <p:cNvSpPr txBox="1">
            <a:spLocks noGrp="1"/>
          </p:cNvSpPr>
          <p:nvPr>
            <p:ph type="subTitle" idx="1"/>
          </p:nvPr>
        </p:nvSpPr>
        <p:spPr>
          <a:xfrm>
            <a:off x="5144673" y="2088650"/>
            <a:ext cx="26802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434343"/>
              </a:buClr>
              <a:buSzPts val="1200"/>
              <a:buNone/>
              <a:defRPr>
                <a:solidFill>
                  <a:srgbClr val="434343"/>
                </a:solidFill>
              </a:defRPr>
            </a:lvl1pPr>
            <a:lvl2pPr lvl="1" rtl="0">
              <a:lnSpc>
                <a:spcPct val="100000"/>
              </a:lnSpc>
              <a:spcBef>
                <a:spcPts val="0"/>
              </a:spcBef>
              <a:spcAft>
                <a:spcPts val="0"/>
              </a:spcAft>
              <a:buClr>
                <a:srgbClr val="434343"/>
              </a:buClr>
              <a:buSzPts val="1200"/>
              <a:buNone/>
              <a:defRPr>
                <a:solidFill>
                  <a:srgbClr val="434343"/>
                </a:solidFill>
              </a:defRPr>
            </a:lvl2pPr>
            <a:lvl3pPr lvl="2" rtl="0">
              <a:lnSpc>
                <a:spcPct val="100000"/>
              </a:lnSpc>
              <a:spcBef>
                <a:spcPts val="0"/>
              </a:spcBef>
              <a:spcAft>
                <a:spcPts val="0"/>
              </a:spcAft>
              <a:buClr>
                <a:srgbClr val="434343"/>
              </a:buClr>
              <a:buSzPts val="1200"/>
              <a:buNone/>
              <a:defRPr>
                <a:solidFill>
                  <a:srgbClr val="434343"/>
                </a:solidFill>
              </a:defRPr>
            </a:lvl3pPr>
            <a:lvl4pPr lvl="3" rtl="0">
              <a:lnSpc>
                <a:spcPct val="100000"/>
              </a:lnSpc>
              <a:spcBef>
                <a:spcPts val="0"/>
              </a:spcBef>
              <a:spcAft>
                <a:spcPts val="0"/>
              </a:spcAft>
              <a:buClr>
                <a:srgbClr val="434343"/>
              </a:buClr>
              <a:buSzPts val="1200"/>
              <a:buNone/>
              <a:defRPr>
                <a:solidFill>
                  <a:srgbClr val="434343"/>
                </a:solidFill>
              </a:defRPr>
            </a:lvl4pPr>
            <a:lvl5pPr lvl="4" rtl="0">
              <a:lnSpc>
                <a:spcPct val="100000"/>
              </a:lnSpc>
              <a:spcBef>
                <a:spcPts val="0"/>
              </a:spcBef>
              <a:spcAft>
                <a:spcPts val="0"/>
              </a:spcAft>
              <a:buClr>
                <a:srgbClr val="434343"/>
              </a:buClr>
              <a:buSzPts val="1200"/>
              <a:buNone/>
              <a:defRPr>
                <a:solidFill>
                  <a:srgbClr val="434343"/>
                </a:solidFill>
              </a:defRPr>
            </a:lvl5pPr>
            <a:lvl6pPr lvl="5" rtl="0">
              <a:lnSpc>
                <a:spcPct val="100000"/>
              </a:lnSpc>
              <a:spcBef>
                <a:spcPts val="0"/>
              </a:spcBef>
              <a:spcAft>
                <a:spcPts val="0"/>
              </a:spcAft>
              <a:buClr>
                <a:srgbClr val="434343"/>
              </a:buClr>
              <a:buSzPts val="1200"/>
              <a:buNone/>
              <a:defRPr>
                <a:solidFill>
                  <a:srgbClr val="434343"/>
                </a:solidFill>
              </a:defRPr>
            </a:lvl6pPr>
            <a:lvl7pPr lvl="6" rtl="0">
              <a:lnSpc>
                <a:spcPct val="100000"/>
              </a:lnSpc>
              <a:spcBef>
                <a:spcPts val="0"/>
              </a:spcBef>
              <a:spcAft>
                <a:spcPts val="0"/>
              </a:spcAft>
              <a:buClr>
                <a:srgbClr val="434343"/>
              </a:buClr>
              <a:buSzPts val="1200"/>
              <a:buNone/>
              <a:defRPr>
                <a:solidFill>
                  <a:srgbClr val="434343"/>
                </a:solidFill>
              </a:defRPr>
            </a:lvl7pPr>
            <a:lvl8pPr lvl="7" rtl="0">
              <a:lnSpc>
                <a:spcPct val="100000"/>
              </a:lnSpc>
              <a:spcBef>
                <a:spcPts val="0"/>
              </a:spcBef>
              <a:spcAft>
                <a:spcPts val="0"/>
              </a:spcAft>
              <a:buClr>
                <a:srgbClr val="434343"/>
              </a:buClr>
              <a:buSzPts val="1200"/>
              <a:buNone/>
              <a:defRPr>
                <a:solidFill>
                  <a:srgbClr val="434343"/>
                </a:solidFill>
              </a:defRPr>
            </a:lvl8pPr>
            <a:lvl9pPr lvl="8" rtl="0">
              <a:lnSpc>
                <a:spcPct val="100000"/>
              </a:lnSpc>
              <a:spcBef>
                <a:spcPts val="0"/>
              </a:spcBef>
              <a:spcAft>
                <a:spcPts val="0"/>
              </a:spcAft>
              <a:buClr>
                <a:srgbClr val="434343"/>
              </a:buClr>
              <a:buSzPts val="1200"/>
              <a:buNone/>
              <a:defRPr>
                <a:solidFill>
                  <a:srgbClr val="434343"/>
                </a:solidFill>
              </a:defRPr>
            </a:lvl9pPr>
          </a:lstStyle>
          <a:p>
            <a:endParaRPr/>
          </a:p>
        </p:txBody>
      </p:sp>
      <p:sp>
        <p:nvSpPr>
          <p:cNvPr id="81" name="Google Shape;81;p10"/>
          <p:cNvSpPr txBox="1">
            <a:spLocks noGrp="1"/>
          </p:cNvSpPr>
          <p:nvPr>
            <p:ph type="ctrTitle" idx="2"/>
          </p:nvPr>
        </p:nvSpPr>
        <p:spPr>
          <a:xfrm>
            <a:off x="895675" y="976850"/>
            <a:ext cx="3510000" cy="946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extLst>
    <p:ext uri="{DCECCB84-F9BA-43D5-87BE-67443E8EF086}">
      <p15:sldGuideLst xmlns:p15="http://schemas.microsoft.com/office/powerpoint/2012/main">
        <p15:guide id="1" pos="624">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4">
  <p:cSld name="CUSTOM_22">
    <p:spTree>
      <p:nvGrpSpPr>
        <p:cNvPr id="1" name="Shape 95"/>
        <p:cNvGrpSpPr/>
        <p:nvPr/>
      </p:nvGrpSpPr>
      <p:grpSpPr>
        <a:xfrm>
          <a:off x="0" y="0"/>
          <a:ext cx="0" cy="0"/>
          <a:chOff x="0" y="0"/>
          <a:chExt cx="0" cy="0"/>
        </a:xfrm>
      </p:grpSpPr>
      <p:sp>
        <p:nvSpPr>
          <p:cNvPr id="96" name="Google Shape;96;p12"/>
          <p:cNvSpPr/>
          <p:nvPr/>
        </p:nvSpPr>
        <p:spPr>
          <a:xfrm>
            <a:off x="181425" y="209032"/>
            <a:ext cx="3452400" cy="3502200"/>
          </a:xfrm>
          <a:prstGeom prst="rect">
            <a:avLst/>
          </a:prstGeom>
          <a:no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A273E"/>
              </a:solidFill>
            </a:endParaRPr>
          </a:p>
        </p:txBody>
      </p:sp>
      <p:sp>
        <p:nvSpPr>
          <p:cNvPr id="97" name="Google Shape;97;p12"/>
          <p:cNvSpPr/>
          <p:nvPr/>
        </p:nvSpPr>
        <p:spPr>
          <a:xfrm>
            <a:off x="-8280" y="-18375"/>
            <a:ext cx="3452400" cy="3502200"/>
          </a:xfrm>
          <a:prstGeom prst="rect">
            <a:avLst/>
          </a:prstGeom>
          <a:solidFill>
            <a:srgbClr val="E040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A273E"/>
              </a:solidFill>
            </a:endParaRPr>
          </a:p>
        </p:txBody>
      </p:sp>
      <p:sp>
        <p:nvSpPr>
          <p:cNvPr id="98" name="Google Shape;98;p12"/>
          <p:cNvSpPr txBox="1">
            <a:spLocks noGrp="1"/>
          </p:cNvSpPr>
          <p:nvPr>
            <p:ph type="title" hasCustomPrompt="1"/>
          </p:nvPr>
        </p:nvSpPr>
        <p:spPr>
          <a:xfrm flipH="1">
            <a:off x="-935485" y="825650"/>
            <a:ext cx="4583400" cy="7545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F4F2F2"/>
              </a:buClr>
              <a:buSzPts val="15000"/>
              <a:buNone/>
              <a:defRPr sz="15000">
                <a:solidFill>
                  <a:srgbClr val="F4F2F2"/>
                </a:solidFill>
              </a:defRPr>
            </a:lvl1pPr>
            <a:lvl2pPr lvl="1" rtl="0">
              <a:spcBef>
                <a:spcPts val="0"/>
              </a:spcBef>
              <a:spcAft>
                <a:spcPts val="0"/>
              </a:spcAft>
              <a:buClr>
                <a:srgbClr val="F4F2F2"/>
              </a:buClr>
              <a:buSzPts val="6000"/>
              <a:buFont typeface="Fira Sans Extra Condensed Medium"/>
              <a:buNone/>
              <a:defRPr sz="6000">
                <a:solidFill>
                  <a:srgbClr val="F4F2F2"/>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F4F2F2"/>
              </a:buClr>
              <a:buSzPts val="6000"/>
              <a:buFont typeface="Fira Sans Extra Condensed Medium"/>
              <a:buNone/>
              <a:defRPr sz="6000">
                <a:solidFill>
                  <a:srgbClr val="F4F2F2"/>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F4F2F2"/>
              </a:buClr>
              <a:buSzPts val="6000"/>
              <a:buFont typeface="Fira Sans Extra Condensed Medium"/>
              <a:buNone/>
              <a:defRPr sz="6000">
                <a:solidFill>
                  <a:srgbClr val="F4F2F2"/>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F4F2F2"/>
              </a:buClr>
              <a:buSzPts val="6000"/>
              <a:buFont typeface="Fira Sans Extra Condensed Medium"/>
              <a:buNone/>
              <a:defRPr sz="6000">
                <a:solidFill>
                  <a:srgbClr val="F4F2F2"/>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F4F2F2"/>
              </a:buClr>
              <a:buSzPts val="6000"/>
              <a:buFont typeface="Fira Sans Extra Condensed Medium"/>
              <a:buNone/>
              <a:defRPr sz="6000">
                <a:solidFill>
                  <a:srgbClr val="F4F2F2"/>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F4F2F2"/>
              </a:buClr>
              <a:buSzPts val="6000"/>
              <a:buFont typeface="Fira Sans Extra Condensed Medium"/>
              <a:buNone/>
              <a:defRPr sz="6000">
                <a:solidFill>
                  <a:srgbClr val="F4F2F2"/>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F4F2F2"/>
              </a:buClr>
              <a:buSzPts val="6000"/>
              <a:buFont typeface="Fira Sans Extra Condensed Medium"/>
              <a:buNone/>
              <a:defRPr sz="6000">
                <a:solidFill>
                  <a:srgbClr val="F4F2F2"/>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F4F2F2"/>
              </a:buClr>
              <a:buSzPts val="6000"/>
              <a:buFont typeface="Fira Sans Extra Condensed Medium"/>
              <a:buNone/>
              <a:defRPr sz="6000">
                <a:solidFill>
                  <a:srgbClr val="F4F2F2"/>
                </a:solidFill>
                <a:latin typeface="Fira Sans Extra Condensed Medium"/>
                <a:ea typeface="Fira Sans Extra Condensed Medium"/>
                <a:cs typeface="Fira Sans Extra Condensed Medium"/>
                <a:sym typeface="Fira Sans Extra Condensed Medium"/>
              </a:defRPr>
            </a:lvl9pPr>
          </a:lstStyle>
          <a:p>
            <a:r>
              <a:t>xx%</a:t>
            </a:r>
          </a:p>
        </p:txBody>
      </p:sp>
      <p:sp>
        <p:nvSpPr>
          <p:cNvPr id="99" name="Google Shape;99;p12"/>
          <p:cNvSpPr txBox="1">
            <a:spLocks noGrp="1"/>
          </p:cNvSpPr>
          <p:nvPr>
            <p:ph type="ctrTitle" idx="2"/>
          </p:nvPr>
        </p:nvSpPr>
        <p:spPr>
          <a:xfrm flipH="1">
            <a:off x="399239" y="1631784"/>
            <a:ext cx="7410000" cy="13011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434343"/>
              </a:buClr>
              <a:buSzPts val="3600"/>
              <a:buNone/>
              <a:defRPr sz="3600">
                <a:solidFill>
                  <a:srgbClr val="434343"/>
                </a:solidFill>
              </a:defRPr>
            </a:lvl1pPr>
            <a:lvl2pPr lvl="1" algn="r" rtl="0">
              <a:spcBef>
                <a:spcPts val="0"/>
              </a:spcBef>
              <a:spcAft>
                <a:spcPts val="0"/>
              </a:spcAft>
              <a:buClr>
                <a:srgbClr val="FFFFFF"/>
              </a:buClr>
              <a:buSzPts val="6500"/>
              <a:buNone/>
              <a:defRPr sz="6500">
                <a:solidFill>
                  <a:srgbClr val="FFFFFF"/>
                </a:solidFill>
              </a:defRPr>
            </a:lvl2pPr>
            <a:lvl3pPr lvl="2" algn="r" rtl="0">
              <a:spcBef>
                <a:spcPts val="0"/>
              </a:spcBef>
              <a:spcAft>
                <a:spcPts val="0"/>
              </a:spcAft>
              <a:buClr>
                <a:srgbClr val="FFFFFF"/>
              </a:buClr>
              <a:buSzPts val="6500"/>
              <a:buNone/>
              <a:defRPr sz="6500">
                <a:solidFill>
                  <a:srgbClr val="FFFFFF"/>
                </a:solidFill>
              </a:defRPr>
            </a:lvl3pPr>
            <a:lvl4pPr lvl="3" algn="r" rtl="0">
              <a:spcBef>
                <a:spcPts val="0"/>
              </a:spcBef>
              <a:spcAft>
                <a:spcPts val="0"/>
              </a:spcAft>
              <a:buClr>
                <a:srgbClr val="FFFFFF"/>
              </a:buClr>
              <a:buSzPts val="6500"/>
              <a:buNone/>
              <a:defRPr sz="6500">
                <a:solidFill>
                  <a:srgbClr val="FFFFFF"/>
                </a:solidFill>
              </a:defRPr>
            </a:lvl4pPr>
            <a:lvl5pPr lvl="4" algn="r" rtl="0">
              <a:spcBef>
                <a:spcPts val="0"/>
              </a:spcBef>
              <a:spcAft>
                <a:spcPts val="0"/>
              </a:spcAft>
              <a:buClr>
                <a:srgbClr val="FFFFFF"/>
              </a:buClr>
              <a:buSzPts val="6500"/>
              <a:buNone/>
              <a:defRPr sz="6500">
                <a:solidFill>
                  <a:srgbClr val="FFFFFF"/>
                </a:solidFill>
              </a:defRPr>
            </a:lvl5pPr>
            <a:lvl6pPr lvl="5" algn="r" rtl="0">
              <a:spcBef>
                <a:spcPts val="0"/>
              </a:spcBef>
              <a:spcAft>
                <a:spcPts val="0"/>
              </a:spcAft>
              <a:buClr>
                <a:srgbClr val="FFFFFF"/>
              </a:buClr>
              <a:buSzPts val="6500"/>
              <a:buNone/>
              <a:defRPr sz="6500">
                <a:solidFill>
                  <a:srgbClr val="FFFFFF"/>
                </a:solidFill>
              </a:defRPr>
            </a:lvl6pPr>
            <a:lvl7pPr lvl="6" algn="r" rtl="0">
              <a:spcBef>
                <a:spcPts val="0"/>
              </a:spcBef>
              <a:spcAft>
                <a:spcPts val="0"/>
              </a:spcAft>
              <a:buClr>
                <a:srgbClr val="FFFFFF"/>
              </a:buClr>
              <a:buSzPts val="6500"/>
              <a:buNone/>
              <a:defRPr sz="6500">
                <a:solidFill>
                  <a:srgbClr val="FFFFFF"/>
                </a:solidFill>
              </a:defRPr>
            </a:lvl7pPr>
            <a:lvl8pPr lvl="7" algn="r" rtl="0">
              <a:spcBef>
                <a:spcPts val="0"/>
              </a:spcBef>
              <a:spcAft>
                <a:spcPts val="0"/>
              </a:spcAft>
              <a:buClr>
                <a:srgbClr val="FFFFFF"/>
              </a:buClr>
              <a:buSzPts val="6500"/>
              <a:buNone/>
              <a:defRPr sz="6500">
                <a:solidFill>
                  <a:srgbClr val="FFFFFF"/>
                </a:solidFill>
              </a:defRPr>
            </a:lvl8pPr>
            <a:lvl9pPr lvl="8" algn="r" rtl="0">
              <a:spcBef>
                <a:spcPts val="0"/>
              </a:spcBef>
              <a:spcAft>
                <a:spcPts val="0"/>
              </a:spcAft>
              <a:buClr>
                <a:srgbClr val="FFFFFF"/>
              </a:buClr>
              <a:buSzPts val="6500"/>
              <a:buNone/>
              <a:defRPr sz="6500">
                <a:solidFill>
                  <a:srgbClr val="FFFFFF"/>
                </a:solidFill>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slide">
  <p:cSld name="CUSTOM_22_2_1">
    <p:spTree>
      <p:nvGrpSpPr>
        <p:cNvPr id="1" name="Shape 110"/>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slide 1" type="blank">
  <p:cSld name="BLANK">
    <p:spTree>
      <p:nvGrpSpPr>
        <p:cNvPr id="1" name="Shape 111"/>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wo columns" userDrawn="1">
  <p:cSld name="Two columns">
    <p:spTree>
      <p:nvGrpSpPr>
        <p:cNvPr id="1" name="Shape 82"/>
        <p:cNvGrpSpPr/>
        <p:nvPr/>
      </p:nvGrpSpPr>
      <p:grpSpPr>
        <a:xfrm>
          <a:off x="0" y="0"/>
          <a:ext cx="0" cy="0"/>
          <a:chOff x="0" y="0"/>
          <a:chExt cx="0" cy="0"/>
        </a:xfrm>
      </p:grpSpPr>
      <p:sp>
        <p:nvSpPr>
          <p:cNvPr id="83" name="Google Shape;83;p11"/>
          <p:cNvSpPr/>
          <p:nvPr/>
        </p:nvSpPr>
        <p:spPr>
          <a:xfrm>
            <a:off x="8647413" y="-80266"/>
            <a:ext cx="234300" cy="3639900"/>
          </a:xfrm>
          <a:prstGeom prst="rect">
            <a:avLst/>
          </a:prstGeom>
          <a:no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A273E"/>
              </a:solidFill>
            </a:endParaRPr>
          </a:p>
        </p:txBody>
      </p:sp>
      <p:sp>
        <p:nvSpPr>
          <p:cNvPr id="84" name="Google Shape;84;p11"/>
          <p:cNvSpPr/>
          <p:nvPr/>
        </p:nvSpPr>
        <p:spPr>
          <a:xfrm>
            <a:off x="8713975" y="0"/>
            <a:ext cx="234300" cy="3502200"/>
          </a:xfrm>
          <a:prstGeom prst="rect">
            <a:avLst/>
          </a:prstGeom>
          <a:solidFill>
            <a:srgbClr val="E040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A273E"/>
              </a:solidFill>
            </a:endParaRPr>
          </a:p>
        </p:txBody>
      </p:sp>
      <p:sp>
        <p:nvSpPr>
          <p:cNvPr id="85" name="Google Shape;85;p11"/>
          <p:cNvSpPr txBox="1">
            <a:spLocks noGrp="1"/>
          </p:cNvSpPr>
          <p:nvPr>
            <p:ph type="sldNum" idx="12"/>
          </p:nvPr>
        </p:nvSpPr>
        <p:spPr>
          <a:xfrm>
            <a:off x="8556784" y="3136707"/>
            <a:ext cx="548700" cy="393600"/>
          </a:xfrm>
          <a:prstGeom prst="rect">
            <a:avLst/>
          </a:prstGeom>
        </p:spPr>
        <p:txBody>
          <a:bodyPr spcFirstLastPara="1" wrap="square" lIns="91425" tIns="91425" rIns="91425" bIns="91425" anchor="t" anchorCtr="0">
            <a:noAutofit/>
          </a:bodyPr>
          <a:lstStyle>
            <a:lvl1pPr lvl="0" algn="ctr" rtl="0">
              <a:buNone/>
              <a:defRPr>
                <a:solidFill>
                  <a:srgbClr val="F4F2F2"/>
                </a:solidFill>
                <a:latin typeface="Barlow Semi Condensed"/>
                <a:ea typeface="Barlow Semi Condensed"/>
                <a:cs typeface="Barlow Semi Condensed"/>
                <a:sym typeface="Barlow Semi Condensed"/>
              </a:defRPr>
            </a:lvl1pPr>
            <a:lvl2pPr lvl="1" algn="ctr" rtl="0">
              <a:buNone/>
              <a:defRPr>
                <a:solidFill>
                  <a:srgbClr val="F4F2F2"/>
                </a:solidFill>
                <a:latin typeface="Barlow Semi Condensed"/>
                <a:ea typeface="Barlow Semi Condensed"/>
                <a:cs typeface="Barlow Semi Condensed"/>
                <a:sym typeface="Barlow Semi Condensed"/>
              </a:defRPr>
            </a:lvl2pPr>
            <a:lvl3pPr lvl="2" algn="ctr" rtl="0">
              <a:buNone/>
              <a:defRPr>
                <a:solidFill>
                  <a:srgbClr val="F4F2F2"/>
                </a:solidFill>
                <a:latin typeface="Barlow Semi Condensed"/>
                <a:ea typeface="Barlow Semi Condensed"/>
                <a:cs typeface="Barlow Semi Condensed"/>
                <a:sym typeface="Barlow Semi Condensed"/>
              </a:defRPr>
            </a:lvl3pPr>
            <a:lvl4pPr lvl="3" algn="ctr" rtl="0">
              <a:buNone/>
              <a:defRPr>
                <a:solidFill>
                  <a:srgbClr val="F4F2F2"/>
                </a:solidFill>
                <a:latin typeface="Barlow Semi Condensed"/>
                <a:ea typeface="Barlow Semi Condensed"/>
                <a:cs typeface="Barlow Semi Condensed"/>
                <a:sym typeface="Barlow Semi Condensed"/>
              </a:defRPr>
            </a:lvl4pPr>
            <a:lvl5pPr lvl="4" algn="ctr" rtl="0">
              <a:buNone/>
              <a:defRPr>
                <a:solidFill>
                  <a:srgbClr val="F4F2F2"/>
                </a:solidFill>
                <a:latin typeface="Barlow Semi Condensed"/>
                <a:ea typeface="Barlow Semi Condensed"/>
                <a:cs typeface="Barlow Semi Condensed"/>
                <a:sym typeface="Barlow Semi Condensed"/>
              </a:defRPr>
            </a:lvl5pPr>
            <a:lvl6pPr lvl="5" algn="ctr" rtl="0">
              <a:buNone/>
              <a:defRPr>
                <a:solidFill>
                  <a:srgbClr val="F4F2F2"/>
                </a:solidFill>
                <a:latin typeface="Barlow Semi Condensed"/>
                <a:ea typeface="Barlow Semi Condensed"/>
                <a:cs typeface="Barlow Semi Condensed"/>
                <a:sym typeface="Barlow Semi Condensed"/>
              </a:defRPr>
            </a:lvl6pPr>
            <a:lvl7pPr lvl="6" algn="ctr" rtl="0">
              <a:buNone/>
              <a:defRPr>
                <a:solidFill>
                  <a:srgbClr val="F4F2F2"/>
                </a:solidFill>
                <a:latin typeface="Barlow Semi Condensed"/>
                <a:ea typeface="Barlow Semi Condensed"/>
                <a:cs typeface="Barlow Semi Condensed"/>
                <a:sym typeface="Barlow Semi Condensed"/>
              </a:defRPr>
            </a:lvl7pPr>
            <a:lvl8pPr lvl="7" algn="ctr" rtl="0">
              <a:buNone/>
              <a:defRPr>
                <a:solidFill>
                  <a:srgbClr val="F4F2F2"/>
                </a:solidFill>
                <a:latin typeface="Barlow Semi Condensed"/>
                <a:ea typeface="Barlow Semi Condensed"/>
                <a:cs typeface="Barlow Semi Condensed"/>
                <a:sym typeface="Barlow Semi Condensed"/>
              </a:defRPr>
            </a:lvl8pPr>
            <a:lvl9pPr lvl="8" algn="ctr" rtl="0">
              <a:buNone/>
              <a:defRPr>
                <a:solidFill>
                  <a:srgbClr val="F4F2F2"/>
                </a:solidFill>
                <a:latin typeface="Barlow Semi Condensed"/>
                <a:ea typeface="Barlow Semi Condensed"/>
                <a:cs typeface="Barlow Semi Condensed"/>
                <a:sym typeface="Barlow Semi Condensed"/>
              </a:defRPr>
            </a:lvl9pPr>
          </a:lstStyle>
          <a:p>
            <a:pPr marL="0" lvl="0" indent="0" algn="ctr" rtl="0">
              <a:spcBef>
                <a:spcPts val="0"/>
              </a:spcBef>
              <a:spcAft>
                <a:spcPts val="0"/>
              </a:spcAft>
              <a:buNone/>
            </a:pPr>
            <a:fld id="{00000000-1234-1234-1234-123412341234}" type="slidenum">
              <a:rPr lang="es"/>
              <a:t>‹#›</a:t>
            </a:fld>
            <a:endParaRPr/>
          </a:p>
        </p:txBody>
      </p:sp>
      <p:sp>
        <p:nvSpPr>
          <p:cNvPr id="86" name="Google Shape;86;p11"/>
          <p:cNvSpPr txBox="1">
            <a:spLocks noGrp="1"/>
          </p:cNvSpPr>
          <p:nvPr>
            <p:ph type="ctrTitle"/>
          </p:nvPr>
        </p:nvSpPr>
        <p:spPr>
          <a:xfrm>
            <a:off x="895675" y="604400"/>
            <a:ext cx="2476200" cy="9462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Tree>
    <p:extLst>
      <p:ext uri="{BB962C8B-B14F-4D97-AF65-F5344CB8AC3E}">
        <p14:creationId xmlns:p14="http://schemas.microsoft.com/office/powerpoint/2010/main" val="11956079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extLst>
    <p:ext uri="{DCECCB84-F9BA-43D5-87BE-67443E8EF086}">
      <p15:sldGuideLst xmlns:p15="http://schemas.microsoft.com/office/powerpoint/2012/main">
        <p15:guide id="1" pos="624">
          <p15:clr>
            <a:srgbClr val="FA7B17"/>
          </p15:clr>
        </p15:guide>
        <p15:guide id="2" orient="horz" pos="869">
          <p15:clr>
            <a:srgbClr val="FA7B17"/>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4F2F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rgbClr val="434343"/>
              </a:buClr>
              <a:buSzPts val="2800"/>
              <a:buFont typeface="Oswald"/>
              <a:buNone/>
              <a:defRPr sz="2800" b="1">
                <a:solidFill>
                  <a:srgbClr val="434343"/>
                </a:solidFill>
                <a:latin typeface="Oswald"/>
                <a:ea typeface="Oswald"/>
                <a:cs typeface="Oswald"/>
                <a:sym typeface="Oswald"/>
              </a:defRPr>
            </a:lvl1pPr>
            <a:lvl2pPr lvl="1" rtl="0">
              <a:spcBef>
                <a:spcPts val="0"/>
              </a:spcBef>
              <a:spcAft>
                <a:spcPts val="0"/>
              </a:spcAft>
              <a:buClr>
                <a:srgbClr val="434343"/>
              </a:buClr>
              <a:buSzPts val="2800"/>
              <a:buFont typeface="Oswald"/>
              <a:buNone/>
              <a:defRPr sz="2800" b="1">
                <a:solidFill>
                  <a:srgbClr val="434343"/>
                </a:solidFill>
                <a:latin typeface="Oswald"/>
                <a:ea typeface="Oswald"/>
                <a:cs typeface="Oswald"/>
                <a:sym typeface="Oswald"/>
              </a:defRPr>
            </a:lvl2pPr>
            <a:lvl3pPr lvl="2" rtl="0">
              <a:spcBef>
                <a:spcPts val="0"/>
              </a:spcBef>
              <a:spcAft>
                <a:spcPts val="0"/>
              </a:spcAft>
              <a:buClr>
                <a:srgbClr val="434343"/>
              </a:buClr>
              <a:buSzPts val="2800"/>
              <a:buFont typeface="Oswald"/>
              <a:buNone/>
              <a:defRPr sz="2800" b="1">
                <a:solidFill>
                  <a:srgbClr val="434343"/>
                </a:solidFill>
                <a:latin typeface="Oswald"/>
                <a:ea typeface="Oswald"/>
                <a:cs typeface="Oswald"/>
                <a:sym typeface="Oswald"/>
              </a:defRPr>
            </a:lvl3pPr>
            <a:lvl4pPr lvl="3" rtl="0">
              <a:spcBef>
                <a:spcPts val="0"/>
              </a:spcBef>
              <a:spcAft>
                <a:spcPts val="0"/>
              </a:spcAft>
              <a:buClr>
                <a:srgbClr val="434343"/>
              </a:buClr>
              <a:buSzPts val="2800"/>
              <a:buFont typeface="Oswald"/>
              <a:buNone/>
              <a:defRPr sz="2800" b="1">
                <a:solidFill>
                  <a:srgbClr val="434343"/>
                </a:solidFill>
                <a:latin typeface="Oswald"/>
                <a:ea typeface="Oswald"/>
                <a:cs typeface="Oswald"/>
                <a:sym typeface="Oswald"/>
              </a:defRPr>
            </a:lvl4pPr>
            <a:lvl5pPr lvl="4" rtl="0">
              <a:spcBef>
                <a:spcPts val="0"/>
              </a:spcBef>
              <a:spcAft>
                <a:spcPts val="0"/>
              </a:spcAft>
              <a:buClr>
                <a:srgbClr val="434343"/>
              </a:buClr>
              <a:buSzPts val="2800"/>
              <a:buFont typeface="Oswald"/>
              <a:buNone/>
              <a:defRPr sz="2800" b="1">
                <a:solidFill>
                  <a:srgbClr val="434343"/>
                </a:solidFill>
                <a:latin typeface="Oswald"/>
                <a:ea typeface="Oswald"/>
                <a:cs typeface="Oswald"/>
                <a:sym typeface="Oswald"/>
              </a:defRPr>
            </a:lvl5pPr>
            <a:lvl6pPr lvl="5" rtl="0">
              <a:spcBef>
                <a:spcPts val="0"/>
              </a:spcBef>
              <a:spcAft>
                <a:spcPts val="0"/>
              </a:spcAft>
              <a:buClr>
                <a:srgbClr val="434343"/>
              </a:buClr>
              <a:buSzPts val="2800"/>
              <a:buFont typeface="Oswald"/>
              <a:buNone/>
              <a:defRPr sz="2800" b="1">
                <a:solidFill>
                  <a:srgbClr val="434343"/>
                </a:solidFill>
                <a:latin typeface="Oswald"/>
                <a:ea typeface="Oswald"/>
                <a:cs typeface="Oswald"/>
                <a:sym typeface="Oswald"/>
              </a:defRPr>
            </a:lvl6pPr>
            <a:lvl7pPr lvl="6" rtl="0">
              <a:spcBef>
                <a:spcPts val="0"/>
              </a:spcBef>
              <a:spcAft>
                <a:spcPts val="0"/>
              </a:spcAft>
              <a:buClr>
                <a:srgbClr val="434343"/>
              </a:buClr>
              <a:buSzPts val="2800"/>
              <a:buFont typeface="Oswald"/>
              <a:buNone/>
              <a:defRPr sz="2800" b="1">
                <a:solidFill>
                  <a:srgbClr val="434343"/>
                </a:solidFill>
                <a:latin typeface="Oswald"/>
                <a:ea typeface="Oswald"/>
                <a:cs typeface="Oswald"/>
                <a:sym typeface="Oswald"/>
              </a:defRPr>
            </a:lvl7pPr>
            <a:lvl8pPr lvl="7" rtl="0">
              <a:spcBef>
                <a:spcPts val="0"/>
              </a:spcBef>
              <a:spcAft>
                <a:spcPts val="0"/>
              </a:spcAft>
              <a:buClr>
                <a:srgbClr val="434343"/>
              </a:buClr>
              <a:buSzPts val="2800"/>
              <a:buFont typeface="Oswald"/>
              <a:buNone/>
              <a:defRPr sz="2800" b="1">
                <a:solidFill>
                  <a:srgbClr val="434343"/>
                </a:solidFill>
                <a:latin typeface="Oswald"/>
                <a:ea typeface="Oswald"/>
                <a:cs typeface="Oswald"/>
                <a:sym typeface="Oswald"/>
              </a:defRPr>
            </a:lvl8pPr>
            <a:lvl9pPr lvl="8" rtl="0">
              <a:spcBef>
                <a:spcPts val="0"/>
              </a:spcBef>
              <a:spcAft>
                <a:spcPts val="0"/>
              </a:spcAft>
              <a:buClr>
                <a:srgbClr val="434343"/>
              </a:buClr>
              <a:buSzPts val="2800"/>
              <a:buFont typeface="Oswald"/>
              <a:buNone/>
              <a:defRPr sz="2800" b="1">
                <a:solidFill>
                  <a:srgbClr val="434343"/>
                </a:solidFill>
                <a:latin typeface="Oswald"/>
                <a:ea typeface="Oswald"/>
                <a:cs typeface="Oswald"/>
                <a:sym typeface="Oswald"/>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rtl="0">
              <a:lnSpc>
                <a:spcPct val="115000"/>
              </a:lnSpc>
              <a:spcBef>
                <a:spcPts val="0"/>
              </a:spcBef>
              <a:spcAft>
                <a:spcPts val="0"/>
              </a:spcAft>
              <a:buClr>
                <a:srgbClr val="434343"/>
              </a:buClr>
              <a:buSzPts val="1200"/>
              <a:buFont typeface="Barlow Semi Condensed Light"/>
              <a:buChar char="●"/>
              <a:defRPr sz="1200">
                <a:solidFill>
                  <a:srgbClr val="434343"/>
                </a:solidFill>
                <a:latin typeface="Barlow Semi Condensed Light"/>
                <a:ea typeface="Barlow Semi Condensed Light"/>
                <a:cs typeface="Barlow Semi Condensed Light"/>
                <a:sym typeface="Barlow Semi Condensed Light"/>
              </a:defRPr>
            </a:lvl1pPr>
            <a:lvl2pPr marL="914400" lvl="1" indent="-304800" rtl="0">
              <a:lnSpc>
                <a:spcPct val="115000"/>
              </a:lnSpc>
              <a:spcBef>
                <a:spcPts val="1600"/>
              </a:spcBef>
              <a:spcAft>
                <a:spcPts val="0"/>
              </a:spcAft>
              <a:buClr>
                <a:srgbClr val="434343"/>
              </a:buClr>
              <a:buSzPts val="1200"/>
              <a:buFont typeface="Barlow Semi Condensed Light"/>
              <a:buChar char="○"/>
              <a:defRPr sz="1200">
                <a:solidFill>
                  <a:srgbClr val="434343"/>
                </a:solidFill>
                <a:latin typeface="Barlow Semi Condensed Light"/>
                <a:ea typeface="Barlow Semi Condensed Light"/>
                <a:cs typeface="Barlow Semi Condensed Light"/>
                <a:sym typeface="Barlow Semi Condensed Light"/>
              </a:defRPr>
            </a:lvl2pPr>
            <a:lvl3pPr marL="1371600" lvl="2" indent="-304800" rtl="0">
              <a:lnSpc>
                <a:spcPct val="115000"/>
              </a:lnSpc>
              <a:spcBef>
                <a:spcPts val="1600"/>
              </a:spcBef>
              <a:spcAft>
                <a:spcPts val="0"/>
              </a:spcAft>
              <a:buClr>
                <a:srgbClr val="434343"/>
              </a:buClr>
              <a:buSzPts val="1200"/>
              <a:buFont typeface="Barlow Semi Condensed Light"/>
              <a:buChar char="■"/>
              <a:defRPr sz="1200">
                <a:solidFill>
                  <a:srgbClr val="434343"/>
                </a:solidFill>
                <a:latin typeface="Barlow Semi Condensed Light"/>
                <a:ea typeface="Barlow Semi Condensed Light"/>
                <a:cs typeface="Barlow Semi Condensed Light"/>
                <a:sym typeface="Barlow Semi Condensed Light"/>
              </a:defRPr>
            </a:lvl3pPr>
            <a:lvl4pPr marL="1828800" lvl="3" indent="-304800" rtl="0">
              <a:lnSpc>
                <a:spcPct val="115000"/>
              </a:lnSpc>
              <a:spcBef>
                <a:spcPts val="1600"/>
              </a:spcBef>
              <a:spcAft>
                <a:spcPts val="0"/>
              </a:spcAft>
              <a:buClr>
                <a:srgbClr val="434343"/>
              </a:buClr>
              <a:buSzPts val="1200"/>
              <a:buFont typeface="Barlow Semi Condensed Light"/>
              <a:buChar char="●"/>
              <a:defRPr sz="1200">
                <a:solidFill>
                  <a:srgbClr val="434343"/>
                </a:solidFill>
                <a:latin typeface="Barlow Semi Condensed Light"/>
                <a:ea typeface="Barlow Semi Condensed Light"/>
                <a:cs typeface="Barlow Semi Condensed Light"/>
                <a:sym typeface="Barlow Semi Condensed Light"/>
              </a:defRPr>
            </a:lvl4pPr>
            <a:lvl5pPr marL="2286000" lvl="4" indent="-304800" rtl="0">
              <a:lnSpc>
                <a:spcPct val="115000"/>
              </a:lnSpc>
              <a:spcBef>
                <a:spcPts val="1600"/>
              </a:spcBef>
              <a:spcAft>
                <a:spcPts val="0"/>
              </a:spcAft>
              <a:buClr>
                <a:srgbClr val="434343"/>
              </a:buClr>
              <a:buSzPts val="1200"/>
              <a:buFont typeface="Barlow Semi Condensed Light"/>
              <a:buChar char="○"/>
              <a:defRPr sz="1200">
                <a:solidFill>
                  <a:srgbClr val="434343"/>
                </a:solidFill>
                <a:latin typeface="Barlow Semi Condensed Light"/>
                <a:ea typeface="Barlow Semi Condensed Light"/>
                <a:cs typeface="Barlow Semi Condensed Light"/>
                <a:sym typeface="Barlow Semi Condensed Light"/>
              </a:defRPr>
            </a:lvl5pPr>
            <a:lvl6pPr marL="2743200" lvl="5" indent="-304800" rtl="0">
              <a:lnSpc>
                <a:spcPct val="115000"/>
              </a:lnSpc>
              <a:spcBef>
                <a:spcPts val="1600"/>
              </a:spcBef>
              <a:spcAft>
                <a:spcPts val="0"/>
              </a:spcAft>
              <a:buClr>
                <a:srgbClr val="434343"/>
              </a:buClr>
              <a:buSzPts val="1200"/>
              <a:buFont typeface="Barlow Semi Condensed Light"/>
              <a:buChar char="■"/>
              <a:defRPr sz="1200">
                <a:solidFill>
                  <a:srgbClr val="434343"/>
                </a:solidFill>
                <a:latin typeface="Barlow Semi Condensed Light"/>
                <a:ea typeface="Barlow Semi Condensed Light"/>
                <a:cs typeface="Barlow Semi Condensed Light"/>
                <a:sym typeface="Barlow Semi Condensed Light"/>
              </a:defRPr>
            </a:lvl6pPr>
            <a:lvl7pPr marL="3200400" lvl="6" indent="-304800" rtl="0">
              <a:lnSpc>
                <a:spcPct val="115000"/>
              </a:lnSpc>
              <a:spcBef>
                <a:spcPts val="1600"/>
              </a:spcBef>
              <a:spcAft>
                <a:spcPts val="0"/>
              </a:spcAft>
              <a:buClr>
                <a:srgbClr val="434343"/>
              </a:buClr>
              <a:buSzPts val="1200"/>
              <a:buFont typeface="Barlow Semi Condensed Light"/>
              <a:buChar char="●"/>
              <a:defRPr sz="1200">
                <a:solidFill>
                  <a:srgbClr val="434343"/>
                </a:solidFill>
                <a:latin typeface="Barlow Semi Condensed Light"/>
                <a:ea typeface="Barlow Semi Condensed Light"/>
                <a:cs typeface="Barlow Semi Condensed Light"/>
                <a:sym typeface="Barlow Semi Condensed Light"/>
              </a:defRPr>
            </a:lvl7pPr>
            <a:lvl8pPr marL="3657600" lvl="7" indent="-304800" rtl="0">
              <a:lnSpc>
                <a:spcPct val="115000"/>
              </a:lnSpc>
              <a:spcBef>
                <a:spcPts val="1600"/>
              </a:spcBef>
              <a:spcAft>
                <a:spcPts val="0"/>
              </a:spcAft>
              <a:buClr>
                <a:srgbClr val="434343"/>
              </a:buClr>
              <a:buSzPts val="1200"/>
              <a:buFont typeface="Barlow Semi Condensed Light"/>
              <a:buChar char="○"/>
              <a:defRPr sz="1200">
                <a:solidFill>
                  <a:srgbClr val="434343"/>
                </a:solidFill>
                <a:latin typeface="Barlow Semi Condensed Light"/>
                <a:ea typeface="Barlow Semi Condensed Light"/>
                <a:cs typeface="Barlow Semi Condensed Light"/>
                <a:sym typeface="Barlow Semi Condensed Light"/>
              </a:defRPr>
            </a:lvl8pPr>
            <a:lvl9pPr marL="4114800" lvl="8" indent="-304800" rtl="0">
              <a:lnSpc>
                <a:spcPct val="115000"/>
              </a:lnSpc>
              <a:spcBef>
                <a:spcPts val="1600"/>
              </a:spcBef>
              <a:spcAft>
                <a:spcPts val="1600"/>
              </a:spcAft>
              <a:buClr>
                <a:srgbClr val="434343"/>
              </a:buClr>
              <a:buSzPts val="1200"/>
              <a:buFont typeface="Barlow Semi Condensed Light"/>
              <a:buChar char="■"/>
              <a:defRPr sz="1200">
                <a:solidFill>
                  <a:srgbClr val="434343"/>
                </a:solidFill>
                <a:latin typeface="Barlow Semi Condensed Light"/>
                <a:ea typeface="Barlow Semi Condensed Light"/>
                <a:cs typeface="Barlow Semi Condensed Light"/>
                <a:sym typeface="Barlow Semi Condensed Light"/>
              </a:defRPr>
            </a:lvl9pPr>
          </a:lstStyle>
          <a:p>
            <a:endParaRPr/>
          </a:p>
        </p:txBody>
      </p:sp>
      <p:sp>
        <p:nvSpPr>
          <p:cNvPr id="8" name="Google Shape;8;p1"/>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lvl="0" algn="r" rtl="0">
              <a:buNone/>
              <a:defRPr sz="1300">
                <a:solidFill>
                  <a:srgbClr val="666666"/>
                </a:solidFill>
                <a:latin typeface="Roboto Slab Regular"/>
                <a:ea typeface="Roboto Slab Regular"/>
                <a:cs typeface="Roboto Slab Regular"/>
                <a:sym typeface="Roboto Slab Regular"/>
              </a:defRPr>
            </a:lvl1pPr>
            <a:lvl2pPr lvl="1" algn="r" rtl="0">
              <a:buNone/>
              <a:defRPr sz="1300">
                <a:solidFill>
                  <a:srgbClr val="666666"/>
                </a:solidFill>
                <a:latin typeface="Roboto Slab Regular"/>
                <a:ea typeface="Roboto Slab Regular"/>
                <a:cs typeface="Roboto Slab Regular"/>
                <a:sym typeface="Roboto Slab Regular"/>
              </a:defRPr>
            </a:lvl2pPr>
            <a:lvl3pPr lvl="2" algn="r" rtl="0">
              <a:buNone/>
              <a:defRPr sz="1300">
                <a:solidFill>
                  <a:srgbClr val="666666"/>
                </a:solidFill>
                <a:latin typeface="Roboto Slab Regular"/>
                <a:ea typeface="Roboto Slab Regular"/>
                <a:cs typeface="Roboto Slab Regular"/>
                <a:sym typeface="Roboto Slab Regular"/>
              </a:defRPr>
            </a:lvl3pPr>
            <a:lvl4pPr lvl="3" algn="r" rtl="0">
              <a:buNone/>
              <a:defRPr sz="1300">
                <a:solidFill>
                  <a:srgbClr val="666666"/>
                </a:solidFill>
                <a:latin typeface="Roboto Slab Regular"/>
                <a:ea typeface="Roboto Slab Regular"/>
                <a:cs typeface="Roboto Slab Regular"/>
                <a:sym typeface="Roboto Slab Regular"/>
              </a:defRPr>
            </a:lvl4pPr>
            <a:lvl5pPr lvl="4" algn="r" rtl="0">
              <a:buNone/>
              <a:defRPr sz="1300">
                <a:solidFill>
                  <a:srgbClr val="666666"/>
                </a:solidFill>
                <a:latin typeface="Roboto Slab Regular"/>
                <a:ea typeface="Roboto Slab Regular"/>
                <a:cs typeface="Roboto Slab Regular"/>
                <a:sym typeface="Roboto Slab Regular"/>
              </a:defRPr>
            </a:lvl5pPr>
            <a:lvl6pPr lvl="5" algn="r" rtl="0">
              <a:buNone/>
              <a:defRPr sz="1300">
                <a:solidFill>
                  <a:srgbClr val="666666"/>
                </a:solidFill>
                <a:latin typeface="Roboto Slab Regular"/>
                <a:ea typeface="Roboto Slab Regular"/>
                <a:cs typeface="Roboto Slab Regular"/>
                <a:sym typeface="Roboto Slab Regular"/>
              </a:defRPr>
            </a:lvl6pPr>
            <a:lvl7pPr lvl="6" algn="r" rtl="0">
              <a:buNone/>
              <a:defRPr sz="1300">
                <a:solidFill>
                  <a:srgbClr val="666666"/>
                </a:solidFill>
                <a:latin typeface="Roboto Slab Regular"/>
                <a:ea typeface="Roboto Slab Regular"/>
                <a:cs typeface="Roboto Slab Regular"/>
                <a:sym typeface="Roboto Slab Regular"/>
              </a:defRPr>
            </a:lvl7pPr>
            <a:lvl8pPr lvl="7" algn="r" rtl="0">
              <a:buNone/>
              <a:defRPr sz="1300">
                <a:solidFill>
                  <a:srgbClr val="666666"/>
                </a:solidFill>
                <a:latin typeface="Roboto Slab Regular"/>
                <a:ea typeface="Roboto Slab Regular"/>
                <a:cs typeface="Roboto Slab Regular"/>
                <a:sym typeface="Roboto Slab Regular"/>
              </a:defRPr>
            </a:lvl8pPr>
            <a:lvl9pPr lvl="8" algn="r" rtl="0">
              <a:buNone/>
              <a:defRPr sz="1300">
                <a:solidFill>
                  <a:srgbClr val="666666"/>
                </a:solidFill>
                <a:latin typeface="Roboto Slab Regular"/>
                <a:ea typeface="Roboto Slab Regular"/>
                <a:cs typeface="Roboto Slab Regular"/>
                <a:sym typeface="Roboto Slab Regular"/>
              </a:defRPr>
            </a:lvl9pPr>
          </a:lstStyle>
          <a:p>
            <a:pPr marL="0" lvl="0" indent="0" algn="r" rtl="0">
              <a:spcBef>
                <a:spcPts val="0"/>
              </a:spcBef>
              <a:spcAft>
                <a:spcPts val="0"/>
              </a:spcAft>
              <a:buNone/>
            </a:pPr>
            <a:fld id="{00000000-1234-1234-1234-123412341234}" type="slidenum">
              <a:rPr lang="e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6" r:id="rId5"/>
    <p:sldLayoutId id="2147483658" r:id="rId6"/>
    <p:sldLayoutId id="2147483660" r:id="rId7"/>
    <p:sldLayoutId id="2147483661" r:id="rId8"/>
    <p:sldLayoutId id="2147483664" r:id="rId9"/>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0"/>
        <p:cNvGrpSpPr/>
        <p:nvPr/>
      </p:nvGrpSpPr>
      <p:grpSpPr>
        <a:xfrm>
          <a:off x="0" y="0"/>
          <a:ext cx="0" cy="0"/>
          <a:chOff x="0" y="0"/>
          <a:chExt cx="0" cy="0"/>
        </a:xfrm>
      </p:grpSpPr>
      <p:sp>
        <p:nvSpPr>
          <p:cNvPr id="121" name="Google Shape;121;p18"/>
          <p:cNvSpPr/>
          <p:nvPr/>
        </p:nvSpPr>
        <p:spPr>
          <a:xfrm rot="10800000">
            <a:off x="420626" y="2806087"/>
            <a:ext cx="3380100" cy="541200"/>
          </a:xfrm>
          <a:prstGeom prst="rect">
            <a:avLst/>
          </a:prstGeom>
          <a:no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GB" dirty="0">
              <a:solidFill>
                <a:srgbClr val="CA273E"/>
              </a:solidFill>
            </a:endParaRPr>
          </a:p>
        </p:txBody>
      </p:sp>
      <p:sp>
        <p:nvSpPr>
          <p:cNvPr id="122" name="Google Shape;122;p18"/>
          <p:cNvSpPr/>
          <p:nvPr/>
        </p:nvSpPr>
        <p:spPr>
          <a:xfrm rot="10800000">
            <a:off x="521625" y="2697137"/>
            <a:ext cx="3380100" cy="541200"/>
          </a:xfrm>
          <a:prstGeom prst="rect">
            <a:avLst/>
          </a:prstGeom>
          <a:solidFill>
            <a:srgbClr val="C127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GB" dirty="0">
              <a:solidFill>
                <a:srgbClr val="E04053"/>
              </a:solidFill>
            </a:endParaRPr>
          </a:p>
        </p:txBody>
      </p:sp>
      <p:sp>
        <p:nvSpPr>
          <p:cNvPr id="123" name="Google Shape;123;p18"/>
          <p:cNvSpPr txBox="1">
            <a:spLocks noGrp="1"/>
          </p:cNvSpPr>
          <p:nvPr>
            <p:ph type="subTitle" idx="1"/>
          </p:nvPr>
        </p:nvSpPr>
        <p:spPr>
          <a:xfrm>
            <a:off x="633122" y="2730057"/>
            <a:ext cx="4352100" cy="45128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600" b="1" spc="300" dirty="0">
                <a:solidFill>
                  <a:srgbClr val="FFFFFF"/>
                </a:solidFill>
              </a:rPr>
              <a:t>GROUP 13 – THE SHADOW</a:t>
            </a:r>
          </a:p>
        </p:txBody>
      </p:sp>
      <p:sp>
        <p:nvSpPr>
          <p:cNvPr id="124" name="Google Shape;124;p18"/>
          <p:cNvSpPr txBox="1">
            <a:spLocks noGrp="1"/>
          </p:cNvSpPr>
          <p:nvPr>
            <p:ph type="ctrTitle"/>
          </p:nvPr>
        </p:nvSpPr>
        <p:spPr>
          <a:xfrm>
            <a:off x="633122" y="947757"/>
            <a:ext cx="4258500" cy="178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sz="4600" spc="300" dirty="0"/>
              <a:t>STRATEGY</a:t>
            </a:r>
            <a:br>
              <a:rPr lang="en-GB" sz="4600" spc="300" dirty="0"/>
            </a:br>
            <a:r>
              <a:rPr lang="en-GB" sz="4600" spc="300" dirty="0"/>
              <a:t>PATTERN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9"/>
          <p:cNvSpPr txBox="1">
            <a:spLocks noGrp="1"/>
          </p:cNvSpPr>
          <p:nvPr>
            <p:ph type="ctrTitle"/>
          </p:nvPr>
        </p:nvSpPr>
        <p:spPr>
          <a:xfrm>
            <a:off x="-407893" y="775775"/>
            <a:ext cx="3644100" cy="577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GB" sz="2700" dirty="0"/>
              <a:t>INTRODUCTION</a:t>
            </a:r>
          </a:p>
        </p:txBody>
      </p:sp>
      <p:sp>
        <p:nvSpPr>
          <p:cNvPr id="131" name="Google Shape;131;p19"/>
          <p:cNvSpPr txBox="1">
            <a:spLocks noGrp="1"/>
          </p:cNvSpPr>
          <p:nvPr>
            <p:ph type="title" idx="2"/>
          </p:nvPr>
        </p:nvSpPr>
        <p:spPr>
          <a:xfrm>
            <a:off x="3236207" y="810381"/>
            <a:ext cx="1030786" cy="5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dirty="0"/>
              <a:t>01</a:t>
            </a:r>
          </a:p>
        </p:txBody>
      </p:sp>
      <p:sp>
        <p:nvSpPr>
          <p:cNvPr id="133" name="Google Shape;133;p19"/>
          <p:cNvSpPr txBox="1">
            <a:spLocks noGrp="1"/>
          </p:cNvSpPr>
          <p:nvPr>
            <p:ph type="title" idx="3"/>
          </p:nvPr>
        </p:nvSpPr>
        <p:spPr>
          <a:xfrm>
            <a:off x="3235968" y="1730112"/>
            <a:ext cx="1030786" cy="5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dirty="0">
                <a:solidFill>
                  <a:srgbClr val="F4F2F2"/>
                </a:solidFill>
              </a:rPr>
              <a:t>02</a:t>
            </a:r>
          </a:p>
        </p:txBody>
      </p:sp>
      <p:sp>
        <p:nvSpPr>
          <p:cNvPr id="136" name="Google Shape;136;p19"/>
          <p:cNvSpPr txBox="1">
            <a:spLocks noGrp="1"/>
          </p:cNvSpPr>
          <p:nvPr>
            <p:ph type="ctrTitle" idx="5"/>
          </p:nvPr>
        </p:nvSpPr>
        <p:spPr>
          <a:xfrm>
            <a:off x="5180225" y="3610150"/>
            <a:ext cx="3440700" cy="946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GB" dirty="0"/>
              <a:t>TABLE OF CONTENTS</a:t>
            </a:r>
          </a:p>
        </p:txBody>
      </p:sp>
      <p:sp>
        <p:nvSpPr>
          <p:cNvPr id="137" name="Google Shape;137;p19"/>
          <p:cNvSpPr txBox="1">
            <a:spLocks noGrp="1"/>
          </p:cNvSpPr>
          <p:nvPr>
            <p:ph type="title" idx="6"/>
          </p:nvPr>
        </p:nvSpPr>
        <p:spPr>
          <a:xfrm>
            <a:off x="3235968" y="2778788"/>
            <a:ext cx="1030786" cy="5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dirty="0">
                <a:solidFill>
                  <a:srgbClr val="F4F2F2"/>
                </a:solidFill>
              </a:rPr>
              <a:t>03</a:t>
            </a:r>
          </a:p>
        </p:txBody>
      </p:sp>
      <p:sp>
        <p:nvSpPr>
          <p:cNvPr id="139" name="Google Shape;139;p19"/>
          <p:cNvSpPr txBox="1">
            <a:spLocks noGrp="1"/>
          </p:cNvSpPr>
          <p:nvPr>
            <p:ph type="ctrTitle" idx="13"/>
          </p:nvPr>
        </p:nvSpPr>
        <p:spPr>
          <a:xfrm>
            <a:off x="-409806" y="1665694"/>
            <a:ext cx="3644100" cy="577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GB" sz="2700" dirty="0"/>
              <a:t>STRATEGY PATTERN</a:t>
            </a:r>
          </a:p>
        </p:txBody>
      </p:sp>
      <p:sp>
        <p:nvSpPr>
          <p:cNvPr id="140" name="Google Shape;140;p19"/>
          <p:cNvSpPr txBox="1">
            <a:spLocks noGrp="1"/>
          </p:cNvSpPr>
          <p:nvPr>
            <p:ph type="ctrTitle" idx="17"/>
          </p:nvPr>
        </p:nvSpPr>
        <p:spPr>
          <a:xfrm>
            <a:off x="-408144" y="3738849"/>
            <a:ext cx="3644100" cy="577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GB" sz="2800" dirty="0"/>
              <a:t>QUIZZZ</a:t>
            </a:r>
          </a:p>
        </p:txBody>
      </p:sp>
      <p:sp>
        <p:nvSpPr>
          <p:cNvPr id="141" name="Google Shape;141;p19"/>
          <p:cNvSpPr txBox="1">
            <a:spLocks noGrp="1"/>
          </p:cNvSpPr>
          <p:nvPr>
            <p:ph type="title" idx="7"/>
          </p:nvPr>
        </p:nvSpPr>
        <p:spPr>
          <a:xfrm>
            <a:off x="3235968" y="3797543"/>
            <a:ext cx="1030786" cy="5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dirty="0">
                <a:solidFill>
                  <a:srgbClr val="F4F2F2"/>
                </a:solidFill>
              </a:rPr>
              <a:t>04</a:t>
            </a:r>
          </a:p>
        </p:txBody>
      </p:sp>
      <p:sp>
        <p:nvSpPr>
          <p:cNvPr id="143" name="Google Shape;143;p19"/>
          <p:cNvSpPr txBox="1">
            <a:spLocks noGrp="1"/>
          </p:cNvSpPr>
          <p:nvPr>
            <p:ph type="ctrTitle" idx="15"/>
          </p:nvPr>
        </p:nvSpPr>
        <p:spPr>
          <a:xfrm>
            <a:off x="-410045" y="2684449"/>
            <a:ext cx="3644100" cy="577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GB" sz="2800" dirty="0"/>
              <a:t>CONCLUSION</a:t>
            </a:r>
          </a:p>
        </p:txBody>
      </p:sp>
      <p:sp>
        <p:nvSpPr>
          <p:cNvPr id="145" name="Google Shape;145;p19"/>
          <p:cNvSpPr txBox="1">
            <a:spLocks noGrp="1"/>
          </p:cNvSpPr>
          <p:nvPr>
            <p:ph type="sldNum" idx="12"/>
          </p:nvPr>
        </p:nvSpPr>
        <p:spPr>
          <a:xfrm>
            <a:off x="8556784" y="3136707"/>
            <a:ext cx="548700" cy="39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GB" smtClean="0"/>
              <a:t>2</a:t>
            </a:fld>
            <a:endParaRPr lang="en-GB"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9"/>
        <p:cNvGrpSpPr/>
        <p:nvPr/>
      </p:nvGrpSpPr>
      <p:grpSpPr>
        <a:xfrm>
          <a:off x="0" y="0"/>
          <a:ext cx="0" cy="0"/>
          <a:chOff x="0" y="0"/>
          <a:chExt cx="0" cy="0"/>
        </a:xfrm>
      </p:grpSpPr>
      <p:sp>
        <p:nvSpPr>
          <p:cNvPr id="150" name="Google Shape;150;p20"/>
          <p:cNvSpPr txBox="1">
            <a:spLocks noGrp="1"/>
          </p:cNvSpPr>
          <p:nvPr>
            <p:ph type="title"/>
          </p:nvPr>
        </p:nvSpPr>
        <p:spPr>
          <a:xfrm flipH="1">
            <a:off x="5748908" y="2485300"/>
            <a:ext cx="4583400" cy="754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dirty="0"/>
              <a:t>01</a:t>
            </a:r>
          </a:p>
        </p:txBody>
      </p:sp>
      <p:sp>
        <p:nvSpPr>
          <p:cNvPr id="151" name="Google Shape;151;p20"/>
          <p:cNvSpPr txBox="1">
            <a:spLocks noGrp="1"/>
          </p:cNvSpPr>
          <p:nvPr>
            <p:ph type="ctrTitle" idx="2"/>
          </p:nvPr>
        </p:nvSpPr>
        <p:spPr>
          <a:xfrm flipH="1">
            <a:off x="144923" y="3239800"/>
            <a:ext cx="7410000" cy="13011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GB" sz="4000" dirty="0"/>
              <a:t>INTRODUCTION</a:t>
            </a:r>
            <a:endParaRPr lang="en-GB"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8" name="Google Shape;228;p26"/>
          <p:cNvSpPr txBox="1">
            <a:spLocks noGrp="1"/>
          </p:cNvSpPr>
          <p:nvPr>
            <p:ph type="sldNum" idx="12"/>
          </p:nvPr>
        </p:nvSpPr>
        <p:spPr>
          <a:xfrm>
            <a:off x="8556784" y="3136707"/>
            <a:ext cx="548700" cy="39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GB" smtClean="0"/>
              <a:t>4</a:t>
            </a:fld>
            <a:endParaRPr lang="en-GB" dirty="0"/>
          </a:p>
        </p:txBody>
      </p:sp>
      <p:sp>
        <p:nvSpPr>
          <p:cNvPr id="229" name="Google Shape;229;p26"/>
          <p:cNvSpPr txBox="1">
            <a:spLocks noGrp="1"/>
          </p:cNvSpPr>
          <p:nvPr>
            <p:ph type="ctrTitle"/>
          </p:nvPr>
        </p:nvSpPr>
        <p:spPr>
          <a:xfrm>
            <a:off x="669699" y="299452"/>
            <a:ext cx="3110376" cy="946200"/>
          </a:xfrm>
          <a:prstGeom prst="rect">
            <a:avLst/>
          </a:prstGeom>
        </p:spPr>
        <p:txBody>
          <a:bodyPr spcFirstLastPara="1" wrap="square" lIns="91425" tIns="91425" rIns="91425" bIns="91425" anchor="b" anchorCtr="0">
            <a:noAutofit/>
          </a:bodyPr>
          <a:lstStyle/>
          <a:p>
            <a:pPr lvl="0"/>
            <a:r>
              <a:rPr lang="vi-VN" dirty="0"/>
              <a:t>Imagine </a:t>
            </a:r>
            <a:endParaRPr lang="en-GB" dirty="0"/>
          </a:p>
        </p:txBody>
      </p:sp>
      <p:sp>
        <p:nvSpPr>
          <p:cNvPr id="231" name="Google Shape;231;p26"/>
          <p:cNvSpPr txBox="1">
            <a:spLocks noGrp="1"/>
          </p:cNvSpPr>
          <p:nvPr>
            <p:ph type="subTitle" idx="4294967295"/>
          </p:nvPr>
        </p:nvSpPr>
        <p:spPr>
          <a:xfrm flipH="1">
            <a:off x="151113" y="2386395"/>
            <a:ext cx="4680581" cy="2222738"/>
          </a:xfrm>
          <a:prstGeom prst="rect">
            <a:avLst/>
          </a:prstGeom>
        </p:spPr>
        <p:txBody>
          <a:bodyPr spcFirstLastPara="1" wrap="square" lIns="91425" tIns="91425" rIns="91425" bIns="91425" anchor="t" anchorCtr="0">
            <a:noAutofit/>
          </a:bodyPr>
          <a:lstStyle/>
          <a:p>
            <a:pPr marL="285750" indent="-285750" algn="just"/>
            <a:r>
              <a:rPr lang="en-US" sz="1600" dirty="0"/>
              <a:t>You can catch a bus, </a:t>
            </a:r>
            <a:r>
              <a:rPr lang="vi-VN" sz="1600" dirty="0"/>
              <a:t>book</a:t>
            </a:r>
            <a:r>
              <a:rPr lang="en-US" sz="1600" dirty="0"/>
              <a:t> an Uber, or get on your bicycle. </a:t>
            </a:r>
          </a:p>
          <a:p>
            <a:pPr marL="285750" indent="-285750" algn="just"/>
            <a:r>
              <a:rPr lang="en-US" sz="1600" dirty="0"/>
              <a:t>These are your transportation strategies. </a:t>
            </a:r>
          </a:p>
          <a:p>
            <a:pPr marL="285750" indent="-285750" algn="just"/>
            <a:r>
              <a:rPr lang="en-US" sz="1600" dirty="0"/>
              <a:t>You can pick one of the strategies depending on factors such as budget or time constraints.</a:t>
            </a:r>
          </a:p>
        </p:txBody>
      </p:sp>
      <p:sp>
        <p:nvSpPr>
          <p:cNvPr id="234" name="Google Shape;234;p26"/>
          <p:cNvSpPr/>
          <p:nvPr/>
        </p:nvSpPr>
        <p:spPr>
          <a:xfrm flipH="1">
            <a:off x="1915708" y="1516158"/>
            <a:ext cx="2919000" cy="609900"/>
          </a:xfrm>
          <a:prstGeom prst="rect">
            <a:avLst/>
          </a:prstGeom>
          <a:no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GB" dirty="0"/>
          </a:p>
        </p:txBody>
      </p:sp>
      <p:sp>
        <p:nvSpPr>
          <p:cNvPr id="235" name="Google Shape;235;p26"/>
          <p:cNvSpPr/>
          <p:nvPr/>
        </p:nvSpPr>
        <p:spPr>
          <a:xfrm flipH="1">
            <a:off x="1831383" y="1600481"/>
            <a:ext cx="2919000" cy="609900"/>
          </a:xfrm>
          <a:prstGeom prst="rect">
            <a:avLst/>
          </a:prstGeom>
          <a:solidFill>
            <a:srgbClr val="E040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GB" dirty="0"/>
          </a:p>
        </p:txBody>
      </p:sp>
      <p:sp>
        <p:nvSpPr>
          <p:cNvPr id="237" name="Google Shape;237;p26"/>
          <p:cNvSpPr txBox="1">
            <a:spLocks noGrp="1"/>
          </p:cNvSpPr>
          <p:nvPr>
            <p:ph type="ctrTitle" idx="4294967295"/>
          </p:nvPr>
        </p:nvSpPr>
        <p:spPr>
          <a:xfrm flipH="1">
            <a:off x="1722001" y="1427938"/>
            <a:ext cx="3110376" cy="946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GB" dirty="0">
                <a:solidFill>
                  <a:srgbClr val="F4F2F2"/>
                </a:solidFill>
              </a:rPr>
              <a:t>TRANSPORTATION</a:t>
            </a:r>
          </a:p>
        </p:txBody>
      </p:sp>
      <p:grpSp>
        <p:nvGrpSpPr>
          <p:cNvPr id="4" name="Group 3">
            <a:extLst>
              <a:ext uri="{FF2B5EF4-FFF2-40B4-BE49-F238E27FC236}">
                <a16:creationId xmlns:a16="http://schemas.microsoft.com/office/drawing/2014/main" id="{FA709F89-2EA5-45F2-A76F-6B793ED3C14C}"/>
              </a:ext>
            </a:extLst>
          </p:cNvPr>
          <p:cNvGrpSpPr/>
          <p:nvPr/>
        </p:nvGrpSpPr>
        <p:grpSpPr>
          <a:xfrm>
            <a:off x="5019842" y="765703"/>
            <a:ext cx="3536942" cy="3500228"/>
            <a:chOff x="1046647" y="-1240720"/>
            <a:chExt cx="5736614" cy="6356104"/>
          </a:xfrm>
        </p:grpSpPr>
        <p:pic>
          <p:nvPicPr>
            <p:cNvPr id="14" name="Picture 13" descr="A screenshot of a cell phone&#10;&#10;Description automatically generated">
              <a:extLst>
                <a:ext uri="{FF2B5EF4-FFF2-40B4-BE49-F238E27FC236}">
                  <a16:creationId xmlns:a16="http://schemas.microsoft.com/office/drawing/2014/main" id="{9A53D721-0D31-4DC7-A869-9AA0183680EE}"/>
                </a:ext>
              </a:extLst>
            </p:cNvPr>
            <p:cNvPicPr>
              <a:picLocks noChangeAspect="1"/>
            </p:cNvPicPr>
            <p:nvPr/>
          </p:nvPicPr>
          <p:blipFill rotWithShape="1">
            <a:blip r:embed="rId3"/>
            <a:srcRect l="25606" r="49791"/>
            <a:stretch/>
          </p:blipFill>
          <p:spPr>
            <a:xfrm>
              <a:off x="1046647" y="829134"/>
              <a:ext cx="2249709" cy="4286250"/>
            </a:xfrm>
            <a:prstGeom prst="rect">
              <a:avLst/>
            </a:prstGeom>
          </p:spPr>
        </p:pic>
        <p:pic>
          <p:nvPicPr>
            <p:cNvPr id="16" name="Picture 15" descr="A screenshot of a cell phone&#10;&#10;Description automatically generated">
              <a:extLst>
                <a:ext uri="{FF2B5EF4-FFF2-40B4-BE49-F238E27FC236}">
                  <a16:creationId xmlns:a16="http://schemas.microsoft.com/office/drawing/2014/main" id="{4195A204-84F6-447A-AD92-1609F9834A9F}"/>
                </a:ext>
              </a:extLst>
            </p:cNvPr>
            <p:cNvPicPr>
              <a:picLocks noChangeAspect="1"/>
            </p:cNvPicPr>
            <p:nvPr/>
          </p:nvPicPr>
          <p:blipFill rotWithShape="1">
            <a:blip r:embed="rId3"/>
            <a:srcRect l="74237" r="36"/>
            <a:stretch/>
          </p:blipFill>
          <p:spPr>
            <a:xfrm>
              <a:off x="4430815" y="-1240720"/>
              <a:ext cx="2352446" cy="4286250"/>
            </a:xfrm>
            <a:prstGeom prst="rect">
              <a:avLst/>
            </a:prstGeom>
          </p:spPr>
        </p:pic>
        <p:pic>
          <p:nvPicPr>
            <p:cNvPr id="15" name="Picture 14" descr="A screenshot of a cell phone&#10;&#10;Description automatically generated">
              <a:extLst>
                <a:ext uri="{FF2B5EF4-FFF2-40B4-BE49-F238E27FC236}">
                  <a16:creationId xmlns:a16="http://schemas.microsoft.com/office/drawing/2014/main" id="{C204DF12-8F1D-4F5C-B09C-0D4D6CB5E506}"/>
                </a:ext>
              </a:extLst>
            </p:cNvPr>
            <p:cNvPicPr>
              <a:picLocks noChangeAspect="1"/>
            </p:cNvPicPr>
            <p:nvPr/>
          </p:nvPicPr>
          <p:blipFill rotWithShape="1">
            <a:blip r:embed="rId3"/>
            <a:srcRect l="50176" r="26328"/>
            <a:stretch/>
          </p:blipFill>
          <p:spPr>
            <a:xfrm>
              <a:off x="2691052" y="-262981"/>
              <a:ext cx="2148455" cy="4286250"/>
            </a:xfrm>
            <a:prstGeom prst="rect">
              <a:avLst/>
            </a:prstGeom>
          </p:spPr>
        </p:pic>
      </p:grpSp>
    </p:spTree>
    <p:extLst>
      <p:ext uri="{BB962C8B-B14F-4D97-AF65-F5344CB8AC3E}">
        <p14:creationId xmlns:p14="http://schemas.microsoft.com/office/powerpoint/2010/main" val="1596958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0AAFFB-47C1-4B5B-90BB-AFAF2FBED79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s" smtClean="0"/>
              <a:t>5</a:t>
            </a:fld>
            <a:endParaRPr lang="es"/>
          </a:p>
        </p:txBody>
      </p:sp>
      <p:pic>
        <p:nvPicPr>
          <p:cNvPr id="4" name="Picture 3">
            <a:extLst>
              <a:ext uri="{FF2B5EF4-FFF2-40B4-BE49-F238E27FC236}">
                <a16:creationId xmlns:a16="http://schemas.microsoft.com/office/drawing/2014/main" id="{281C5C82-8726-4DEB-8018-9A2F3EDBD58C}"/>
              </a:ext>
            </a:extLst>
          </p:cNvPr>
          <p:cNvPicPr>
            <a:picLocks noChangeAspect="1"/>
          </p:cNvPicPr>
          <p:nvPr/>
        </p:nvPicPr>
        <p:blipFill rotWithShape="1">
          <a:blip r:embed="rId2"/>
          <a:srcRect r="51254" b="50000"/>
          <a:stretch/>
        </p:blipFill>
        <p:spPr>
          <a:xfrm>
            <a:off x="3036682" y="1470353"/>
            <a:ext cx="3070635" cy="2202794"/>
          </a:xfrm>
          <a:prstGeom prst="rect">
            <a:avLst/>
          </a:prstGeom>
        </p:spPr>
      </p:pic>
    </p:spTree>
    <p:extLst>
      <p:ext uri="{BB962C8B-B14F-4D97-AF65-F5344CB8AC3E}">
        <p14:creationId xmlns:p14="http://schemas.microsoft.com/office/powerpoint/2010/main" val="8885667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0AAFFB-47C1-4B5B-90BB-AFAF2FBED79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s" smtClean="0"/>
              <a:t>6</a:t>
            </a:fld>
            <a:endParaRPr lang="es"/>
          </a:p>
        </p:txBody>
      </p:sp>
      <p:pic>
        <p:nvPicPr>
          <p:cNvPr id="4" name="Picture 3">
            <a:extLst>
              <a:ext uri="{FF2B5EF4-FFF2-40B4-BE49-F238E27FC236}">
                <a16:creationId xmlns:a16="http://schemas.microsoft.com/office/drawing/2014/main" id="{281C5C82-8726-4DEB-8018-9A2F3EDBD58C}"/>
              </a:ext>
            </a:extLst>
          </p:cNvPr>
          <p:cNvPicPr>
            <a:picLocks noChangeAspect="1"/>
          </p:cNvPicPr>
          <p:nvPr/>
        </p:nvPicPr>
        <p:blipFill>
          <a:blip r:embed="rId2"/>
          <a:stretch>
            <a:fillRect/>
          </a:stretch>
        </p:blipFill>
        <p:spPr>
          <a:xfrm>
            <a:off x="1422343" y="368956"/>
            <a:ext cx="6299314" cy="4405588"/>
          </a:xfrm>
          <a:prstGeom prst="rect">
            <a:avLst/>
          </a:prstGeom>
        </p:spPr>
      </p:pic>
    </p:spTree>
    <p:extLst>
      <p:ext uri="{BB962C8B-B14F-4D97-AF65-F5344CB8AC3E}">
        <p14:creationId xmlns:p14="http://schemas.microsoft.com/office/powerpoint/2010/main" val="37990118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2F2"/>
        </a:solidFill>
        <a:effectLst/>
      </p:bgPr>
    </p:bg>
    <p:spTree>
      <p:nvGrpSpPr>
        <p:cNvPr id="1" name="Shape 241"/>
        <p:cNvGrpSpPr/>
        <p:nvPr/>
      </p:nvGrpSpPr>
      <p:grpSpPr>
        <a:xfrm>
          <a:off x="0" y="0"/>
          <a:ext cx="0" cy="0"/>
          <a:chOff x="0" y="0"/>
          <a:chExt cx="0" cy="0"/>
        </a:xfrm>
      </p:grpSpPr>
      <p:sp>
        <p:nvSpPr>
          <p:cNvPr id="242" name="Google Shape;242;p27"/>
          <p:cNvSpPr txBox="1">
            <a:spLocks noGrp="1"/>
          </p:cNvSpPr>
          <p:nvPr>
            <p:ph type="title"/>
          </p:nvPr>
        </p:nvSpPr>
        <p:spPr>
          <a:xfrm flipH="1">
            <a:off x="-1034638" y="825650"/>
            <a:ext cx="4583400" cy="754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GB" dirty="0"/>
              <a:t>02</a:t>
            </a:r>
          </a:p>
        </p:txBody>
      </p:sp>
      <p:sp>
        <p:nvSpPr>
          <p:cNvPr id="243" name="Google Shape;243;p27"/>
          <p:cNvSpPr txBox="1">
            <a:spLocks noGrp="1"/>
          </p:cNvSpPr>
          <p:nvPr>
            <p:ph type="ctrTitle" idx="2"/>
          </p:nvPr>
        </p:nvSpPr>
        <p:spPr>
          <a:xfrm flipH="1">
            <a:off x="399239" y="1631784"/>
            <a:ext cx="3060057" cy="13011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GB" sz="4000" dirty="0"/>
              <a:t>STRATEGY</a:t>
            </a:r>
            <a:br>
              <a:rPr lang="en-GB" sz="4000" dirty="0"/>
            </a:br>
            <a:r>
              <a:rPr lang="en-GB" sz="4000" dirty="0"/>
              <a:t>PATTERN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7" name="Google Shape;217;p25"/>
          <p:cNvSpPr txBox="1">
            <a:spLocks noGrp="1"/>
          </p:cNvSpPr>
          <p:nvPr>
            <p:ph type="sldNum" idx="12"/>
          </p:nvPr>
        </p:nvSpPr>
        <p:spPr>
          <a:xfrm>
            <a:off x="8556784" y="3136707"/>
            <a:ext cx="548700" cy="39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GB" smtClean="0"/>
              <a:t>8</a:t>
            </a:fld>
            <a:endParaRPr lang="en-GB" dirty="0"/>
          </a:p>
        </p:txBody>
      </p:sp>
      <p:sp>
        <p:nvSpPr>
          <p:cNvPr id="218" name="Google Shape;218;p25"/>
          <p:cNvSpPr txBox="1">
            <a:spLocks noGrp="1"/>
          </p:cNvSpPr>
          <p:nvPr>
            <p:ph type="ctrTitle"/>
          </p:nvPr>
        </p:nvSpPr>
        <p:spPr>
          <a:xfrm>
            <a:off x="4916435" y="1234659"/>
            <a:ext cx="3440700" cy="946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sz="2800" dirty="0"/>
              <a:t>DEFINITION</a:t>
            </a:r>
            <a:endParaRPr lang="en-GB" dirty="0"/>
          </a:p>
        </p:txBody>
      </p:sp>
      <p:sp>
        <p:nvSpPr>
          <p:cNvPr id="219" name="Google Shape;219;p25"/>
          <p:cNvSpPr txBox="1">
            <a:spLocks noGrp="1"/>
          </p:cNvSpPr>
          <p:nvPr>
            <p:ph type="subTitle" idx="1"/>
          </p:nvPr>
        </p:nvSpPr>
        <p:spPr>
          <a:xfrm>
            <a:off x="5144673" y="2088649"/>
            <a:ext cx="3017194" cy="2780233"/>
          </a:xfrm>
          <a:prstGeom prst="rect">
            <a:avLst/>
          </a:prstGeom>
        </p:spPr>
        <p:txBody>
          <a:bodyPr spcFirstLastPara="1" wrap="square" lIns="91425" tIns="91425" rIns="91425" bIns="91425" anchor="t" anchorCtr="0">
            <a:noAutofit/>
          </a:bodyPr>
          <a:lstStyle/>
          <a:p>
            <a:pPr marL="0" algn="just">
              <a:lnSpc>
                <a:spcPct val="107000"/>
              </a:lnSpc>
              <a:spcAft>
                <a:spcPts val="800"/>
              </a:spcAft>
            </a:pPr>
            <a:r>
              <a:rPr lang="en-US" sz="1600" dirty="0">
                <a:latin typeface="Barlow Semi Condensed" panose="020B0604020202020204" charset="0"/>
                <a:ea typeface="Calibri" panose="020F0502020204030204" pitchFamily="34" charset="0"/>
                <a:cs typeface="Times New Roman" panose="02020603050405020304" pitchFamily="18" charset="0"/>
              </a:rPr>
              <a:t>Define a </a:t>
            </a:r>
            <a:r>
              <a:rPr lang="en-US" sz="1600" b="1" dirty="0">
                <a:latin typeface="Barlow Semi Condensed" panose="020B0604020202020204" charset="0"/>
                <a:ea typeface="Calibri" panose="020F0502020204030204" pitchFamily="34" charset="0"/>
                <a:cs typeface="Times New Roman" panose="02020603050405020304" pitchFamily="18" charset="0"/>
              </a:rPr>
              <a:t>family</a:t>
            </a:r>
            <a:r>
              <a:rPr lang="en-US" sz="1600" dirty="0">
                <a:latin typeface="Barlow Semi Condensed" panose="020B0604020202020204" charset="0"/>
                <a:ea typeface="Calibri" panose="020F0502020204030204" pitchFamily="34" charset="0"/>
                <a:cs typeface="Times New Roman" panose="02020603050405020304" pitchFamily="18" charset="0"/>
              </a:rPr>
              <a:t> of </a:t>
            </a:r>
            <a:r>
              <a:rPr lang="en-US" sz="1600" b="1" dirty="0">
                <a:latin typeface="Barlow Semi Condensed" panose="020B0604020202020204" charset="0"/>
                <a:ea typeface="Calibri" panose="020F0502020204030204" pitchFamily="34" charset="0"/>
                <a:cs typeface="Times New Roman" panose="02020603050405020304" pitchFamily="18" charset="0"/>
              </a:rPr>
              <a:t>algorithms</a:t>
            </a:r>
            <a:r>
              <a:rPr lang="en-US" sz="1600" dirty="0">
                <a:latin typeface="Barlow Semi Condensed" panose="020B0604020202020204" charset="0"/>
                <a:ea typeface="Calibri" panose="020F0502020204030204" pitchFamily="34" charset="0"/>
                <a:cs typeface="Times New Roman" panose="02020603050405020304" pitchFamily="18" charset="0"/>
              </a:rPr>
              <a:t>, </a:t>
            </a:r>
            <a:r>
              <a:rPr lang="en-US" sz="1600" b="1" dirty="0">
                <a:latin typeface="Barlow Semi Condensed" panose="020B0604020202020204" charset="0"/>
                <a:ea typeface="Calibri" panose="020F0502020204030204" pitchFamily="34" charset="0"/>
                <a:cs typeface="Times New Roman" panose="02020603050405020304" pitchFamily="18" charset="0"/>
              </a:rPr>
              <a:t>encapsulate</a:t>
            </a:r>
            <a:r>
              <a:rPr lang="en-US" sz="1600" dirty="0">
                <a:latin typeface="Barlow Semi Condensed" panose="020B0604020202020204" charset="0"/>
                <a:ea typeface="Calibri" panose="020F0502020204030204" pitchFamily="34" charset="0"/>
                <a:cs typeface="Times New Roman" panose="02020603050405020304" pitchFamily="18" charset="0"/>
              </a:rPr>
              <a:t> each one, and make them </a:t>
            </a:r>
            <a:r>
              <a:rPr lang="en-US" sz="1600" b="1" dirty="0">
                <a:latin typeface="Barlow Semi Condensed" panose="020B0604020202020204" charset="0"/>
                <a:ea typeface="Calibri" panose="020F0502020204030204" pitchFamily="34" charset="0"/>
                <a:cs typeface="Times New Roman" panose="02020603050405020304" pitchFamily="18" charset="0"/>
              </a:rPr>
              <a:t>interchangeable</a:t>
            </a:r>
            <a:r>
              <a:rPr lang="en-US" sz="1600" dirty="0">
                <a:latin typeface="Barlow Semi Condensed" panose="020B0604020202020204" charset="0"/>
                <a:ea typeface="Calibri" panose="020F0502020204030204" pitchFamily="34" charset="0"/>
                <a:cs typeface="Times New Roman" panose="02020603050405020304" pitchFamily="18" charset="0"/>
              </a:rPr>
              <a:t>. </a:t>
            </a:r>
          </a:p>
          <a:p>
            <a:pPr marL="0" algn="just">
              <a:lnSpc>
                <a:spcPct val="107000"/>
              </a:lnSpc>
              <a:spcAft>
                <a:spcPts val="800"/>
              </a:spcAft>
            </a:pPr>
            <a:r>
              <a:rPr lang="en-US" sz="1600" b="1" dirty="0">
                <a:latin typeface="Barlow Semi Condensed" panose="020B0604020202020204" charset="0"/>
                <a:ea typeface="Calibri" panose="020F0502020204030204" pitchFamily="34" charset="0"/>
                <a:cs typeface="Times New Roman" panose="02020603050405020304" pitchFamily="18" charset="0"/>
              </a:rPr>
              <a:t>Strategy</a:t>
            </a:r>
            <a:r>
              <a:rPr lang="en-US" sz="1600" dirty="0">
                <a:latin typeface="Barlow Semi Condensed" panose="020B0604020202020204" charset="0"/>
                <a:ea typeface="Calibri" panose="020F0502020204030204" pitchFamily="34" charset="0"/>
                <a:cs typeface="Times New Roman" panose="02020603050405020304" pitchFamily="18" charset="0"/>
              </a:rPr>
              <a:t> lets the </a:t>
            </a:r>
            <a:r>
              <a:rPr lang="en-US" sz="1600" b="1" dirty="0">
                <a:latin typeface="Barlow Semi Condensed" panose="020B0604020202020204" charset="0"/>
                <a:ea typeface="Calibri" panose="020F0502020204030204" pitchFamily="34" charset="0"/>
                <a:cs typeface="Times New Roman" panose="02020603050405020304" pitchFamily="18" charset="0"/>
              </a:rPr>
              <a:t>algorithm</a:t>
            </a:r>
            <a:r>
              <a:rPr lang="en-US" sz="1600" dirty="0">
                <a:latin typeface="Barlow Semi Condensed" panose="020B0604020202020204" charset="0"/>
                <a:ea typeface="Calibri" panose="020F0502020204030204" pitchFamily="34" charset="0"/>
                <a:cs typeface="Times New Roman" panose="02020603050405020304" pitchFamily="18" charset="0"/>
              </a:rPr>
              <a:t> vary independently from clients that use it.</a:t>
            </a:r>
          </a:p>
          <a:p>
            <a:pPr marL="0" algn="just">
              <a:lnSpc>
                <a:spcPct val="107000"/>
              </a:lnSpc>
              <a:spcAft>
                <a:spcPts val="800"/>
              </a:spcAft>
            </a:pPr>
            <a:r>
              <a:rPr lang="en-US" sz="1600" dirty="0">
                <a:latin typeface="Barlow Semi Condensed" panose="020B0604020202020204" charset="0"/>
                <a:ea typeface="Calibri" panose="020F0502020204030204" pitchFamily="34" charset="0"/>
                <a:cs typeface="Times New Roman" panose="02020603050405020304" pitchFamily="18" charset="0"/>
              </a:rPr>
              <a:t>Also known as </a:t>
            </a:r>
            <a:r>
              <a:rPr lang="en-US" sz="1600" b="1" dirty="0">
                <a:latin typeface="Barlow Semi Condensed" panose="020B0604020202020204" charset="0"/>
                <a:ea typeface="Calibri" panose="020F0502020204030204" pitchFamily="34" charset="0"/>
                <a:cs typeface="Times New Roman" panose="02020603050405020304" pitchFamily="18" charset="0"/>
              </a:rPr>
              <a:t>policy</a:t>
            </a:r>
          </a:p>
          <a:p>
            <a:pPr marL="0" algn="just">
              <a:lnSpc>
                <a:spcPct val="107000"/>
              </a:lnSpc>
              <a:spcAft>
                <a:spcPts val="800"/>
              </a:spcAft>
            </a:pPr>
            <a:r>
              <a:rPr lang="en-US" sz="1600" dirty="0">
                <a:latin typeface="Barlow Semi Condensed" panose="020B0604020202020204" charset="0"/>
                <a:ea typeface="Calibri" panose="020F0502020204030204" pitchFamily="34" charset="0"/>
                <a:cs typeface="Times New Roman" panose="02020603050405020304" pitchFamily="18" charset="0"/>
              </a:rPr>
              <a:t>Behavioral Design Pattern</a:t>
            </a:r>
          </a:p>
          <a:p>
            <a:pPr marL="0" algn="just">
              <a:lnSpc>
                <a:spcPct val="107000"/>
              </a:lnSpc>
              <a:spcAft>
                <a:spcPts val="800"/>
              </a:spcAft>
            </a:pPr>
            <a:endParaRPr lang="en-US" sz="1600" dirty="0">
              <a:latin typeface="Barlow Semi Condensed" panose="020B0604020202020204" charset="0"/>
              <a:ea typeface="Calibri" panose="020F0502020204030204" pitchFamily="34" charset="0"/>
              <a:cs typeface="Times New Roman" panose="02020603050405020304" pitchFamily="18" charset="0"/>
            </a:endParaRPr>
          </a:p>
        </p:txBody>
      </p:sp>
      <p:sp>
        <p:nvSpPr>
          <p:cNvPr id="220" name="Google Shape;220;p25"/>
          <p:cNvSpPr txBox="1">
            <a:spLocks noGrp="1"/>
          </p:cNvSpPr>
          <p:nvPr>
            <p:ph type="ctrTitle" idx="2"/>
          </p:nvPr>
        </p:nvSpPr>
        <p:spPr>
          <a:xfrm>
            <a:off x="876554" y="976850"/>
            <a:ext cx="6003000" cy="94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2800" dirty="0"/>
              <a:t>STRATEGY</a:t>
            </a:r>
            <a:endParaRPr lang="en-GB" dirty="0"/>
          </a:p>
        </p:txBody>
      </p:sp>
      <p:pic>
        <p:nvPicPr>
          <p:cNvPr id="4" name="Picture 3" descr="A close up of a logo&#10;&#10;Description automatically generated">
            <a:extLst>
              <a:ext uri="{FF2B5EF4-FFF2-40B4-BE49-F238E27FC236}">
                <a16:creationId xmlns:a16="http://schemas.microsoft.com/office/drawing/2014/main" id="{E2219138-E22B-41B5-AC33-75EBC3383E04}"/>
              </a:ext>
            </a:extLst>
          </p:cNvPr>
          <p:cNvPicPr>
            <a:picLocks noChangeAspect="1"/>
          </p:cNvPicPr>
          <p:nvPr/>
        </p:nvPicPr>
        <p:blipFill>
          <a:blip r:embed="rId3"/>
          <a:stretch>
            <a:fillRect/>
          </a:stretch>
        </p:blipFill>
        <p:spPr>
          <a:xfrm>
            <a:off x="272794" y="1707759"/>
            <a:ext cx="4448373" cy="278023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31DBDD2-5FCD-4618-A02F-13A8640AB47A}"/>
              </a:ext>
            </a:extLst>
          </p:cNvPr>
          <p:cNvSpPr/>
          <p:nvPr/>
        </p:nvSpPr>
        <p:spPr>
          <a:xfrm>
            <a:off x="3618509" y="2881646"/>
            <a:ext cx="3015694" cy="2031325"/>
          </a:xfrm>
          <a:prstGeom prst="rect">
            <a:avLst/>
          </a:prstGeom>
          <a:solidFill>
            <a:schemeClr val="tx2"/>
          </a:solidFill>
        </p:spPr>
        <p:style>
          <a:lnRef idx="2">
            <a:schemeClr val="accent2"/>
          </a:lnRef>
          <a:fillRef idx="1">
            <a:schemeClr val="lt1"/>
          </a:fillRef>
          <a:effectRef idx="0">
            <a:schemeClr val="accent2"/>
          </a:effectRef>
          <a:fontRef idx="minor">
            <a:schemeClr val="dk1"/>
          </a:fontRef>
        </p:style>
        <p:txBody>
          <a:bodyPr wrap="square">
            <a:spAutoFit/>
          </a:bodyPr>
          <a:lstStyle/>
          <a:p>
            <a:r>
              <a:rPr lang="en-US" sz="1800" b="1" dirty="0">
                <a:solidFill>
                  <a:srgbClr val="434343"/>
                </a:solidFill>
                <a:latin typeface="Barlow" panose="020B0604020202020204" charset="0"/>
              </a:rPr>
              <a:t>Strategy: </a:t>
            </a:r>
          </a:p>
          <a:p>
            <a:r>
              <a:rPr lang="en-US" sz="1800" dirty="0">
                <a:solidFill>
                  <a:srgbClr val="434343"/>
                </a:solidFill>
                <a:latin typeface="Barlow" panose="020B0604020202020204" charset="0"/>
              </a:rPr>
              <a:t>Declares an interface common to all supported algorithms. </a:t>
            </a:r>
          </a:p>
          <a:p>
            <a:r>
              <a:rPr lang="en-US" sz="1800" dirty="0">
                <a:solidFill>
                  <a:srgbClr val="434343"/>
                </a:solidFill>
                <a:latin typeface="Barlow" panose="020B0604020202020204" charset="0"/>
              </a:rPr>
              <a:t>Context uses this interface to call the algorithm defined by a </a:t>
            </a:r>
            <a:r>
              <a:rPr lang="en-US" sz="1800" dirty="0" err="1">
                <a:solidFill>
                  <a:srgbClr val="434343"/>
                </a:solidFill>
                <a:latin typeface="Barlow" panose="020B0604020202020204" charset="0"/>
              </a:rPr>
              <a:t>ConcreteStrategy</a:t>
            </a:r>
            <a:r>
              <a:rPr lang="en-US" sz="1800" dirty="0">
                <a:solidFill>
                  <a:srgbClr val="434343"/>
                </a:solidFill>
                <a:latin typeface="Barlow" panose="020B0604020202020204" charset="0"/>
              </a:rPr>
              <a:t>.</a:t>
            </a:r>
            <a:endParaRPr lang="en-GB" sz="1800" dirty="0">
              <a:solidFill>
                <a:srgbClr val="434343"/>
              </a:solidFill>
              <a:latin typeface="Barlow" panose="020B0604020202020204" charset="0"/>
            </a:endParaRPr>
          </a:p>
        </p:txBody>
      </p:sp>
      <p:pic>
        <p:nvPicPr>
          <p:cNvPr id="20" name="Picture 19">
            <a:extLst>
              <a:ext uri="{FF2B5EF4-FFF2-40B4-BE49-F238E27FC236}">
                <a16:creationId xmlns:a16="http://schemas.microsoft.com/office/drawing/2014/main" id="{6EF37E38-887A-458F-833D-CAC059AD72E3}"/>
              </a:ext>
            </a:extLst>
          </p:cNvPr>
          <p:cNvPicPr>
            <a:picLocks noChangeAspect="1"/>
          </p:cNvPicPr>
          <p:nvPr/>
        </p:nvPicPr>
        <p:blipFill>
          <a:blip r:embed="rId2"/>
          <a:stretch>
            <a:fillRect/>
          </a:stretch>
        </p:blipFill>
        <p:spPr>
          <a:xfrm>
            <a:off x="7892720" y="-4652648"/>
            <a:ext cx="7969926" cy="2325324"/>
          </a:xfrm>
          <a:prstGeom prst="rect">
            <a:avLst/>
          </a:prstGeom>
        </p:spPr>
      </p:pic>
      <p:sp>
        <p:nvSpPr>
          <p:cNvPr id="21" name="Rectangle 20">
            <a:extLst>
              <a:ext uri="{FF2B5EF4-FFF2-40B4-BE49-F238E27FC236}">
                <a16:creationId xmlns:a16="http://schemas.microsoft.com/office/drawing/2014/main" id="{2B7F89D4-3C8C-4E10-A54A-4BB3516863F0}"/>
              </a:ext>
            </a:extLst>
          </p:cNvPr>
          <p:cNvSpPr/>
          <p:nvPr/>
        </p:nvSpPr>
        <p:spPr>
          <a:xfrm>
            <a:off x="6918770" y="2881646"/>
            <a:ext cx="2023787" cy="1477328"/>
          </a:xfrm>
          <a:prstGeom prst="rect">
            <a:avLst/>
          </a:prstGeom>
          <a:solidFill>
            <a:schemeClr val="tx2"/>
          </a:solidFill>
        </p:spPr>
        <p:style>
          <a:lnRef idx="2">
            <a:schemeClr val="accent2"/>
          </a:lnRef>
          <a:fillRef idx="1">
            <a:schemeClr val="lt1"/>
          </a:fillRef>
          <a:effectRef idx="0">
            <a:schemeClr val="accent2"/>
          </a:effectRef>
          <a:fontRef idx="minor">
            <a:schemeClr val="dk1"/>
          </a:fontRef>
        </p:style>
        <p:txBody>
          <a:bodyPr wrap="square">
            <a:spAutoFit/>
          </a:bodyPr>
          <a:lstStyle/>
          <a:p>
            <a:r>
              <a:rPr lang="en-US" sz="1800" b="1" dirty="0" err="1">
                <a:solidFill>
                  <a:srgbClr val="434343"/>
                </a:solidFill>
                <a:latin typeface="Barlow" panose="020B0604020202020204" charset="0"/>
              </a:rPr>
              <a:t>ConcreteStrategy</a:t>
            </a:r>
            <a:r>
              <a:rPr lang="en-US" sz="1800" b="1" dirty="0">
                <a:solidFill>
                  <a:srgbClr val="434343"/>
                </a:solidFill>
                <a:latin typeface="Barlow" panose="020B0604020202020204" charset="0"/>
              </a:rPr>
              <a:t> </a:t>
            </a:r>
            <a:r>
              <a:rPr lang="en-US" sz="1800" dirty="0">
                <a:solidFill>
                  <a:srgbClr val="434343"/>
                </a:solidFill>
                <a:latin typeface="Barlow" panose="020B0604020202020204" charset="0"/>
              </a:rPr>
              <a:t>implements the algorithm using the Strategy interface.</a:t>
            </a:r>
            <a:endParaRPr lang="en-GB" sz="1800" dirty="0">
              <a:solidFill>
                <a:srgbClr val="434343"/>
              </a:solidFill>
              <a:latin typeface="Barlow" panose="020B0604020202020204" charset="0"/>
            </a:endParaRPr>
          </a:p>
        </p:txBody>
      </p:sp>
      <p:sp>
        <p:nvSpPr>
          <p:cNvPr id="22" name="Rectangle 21">
            <a:extLst>
              <a:ext uri="{FF2B5EF4-FFF2-40B4-BE49-F238E27FC236}">
                <a16:creationId xmlns:a16="http://schemas.microsoft.com/office/drawing/2014/main" id="{581628F3-C743-4E93-A3C4-375ED98FB6AB}"/>
              </a:ext>
            </a:extLst>
          </p:cNvPr>
          <p:cNvSpPr/>
          <p:nvPr/>
        </p:nvSpPr>
        <p:spPr>
          <a:xfrm>
            <a:off x="201443" y="2743146"/>
            <a:ext cx="3015694" cy="2308324"/>
          </a:xfrm>
          <a:prstGeom prst="rect">
            <a:avLst/>
          </a:prstGeom>
          <a:solidFill>
            <a:schemeClr val="tx2"/>
          </a:solidFill>
        </p:spPr>
        <p:style>
          <a:lnRef idx="2">
            <a:schemeClr val="accent2"/>
          </a:lnRef>
          <a:fillRef idx="1">
            <a:schemeClr val="lt1"/>
          </a:fillRef>
          <a:effectRef idx="0">
            <a:schemeClr val="accent2"/>
          </a:effectRef>
          <a:fontRef idx="minor">
            <a:schemeClr val="dk1"/>
          </a:fontRef>
        </p:style>
        <p:txBody>
          <a:bodyPr wrap="square">
            <a:spAutoFit/>
          </a:bodyPr>
          <a:lstStyle/>
          <a:p>
            <a:r>
              <a:rPr lang="en-US" sz="1800" b="1" dirty="0">
                <a:solidFill>
                  <a:srgbClr val="434343"/>
                </a:solidFill>
                <a:latin typeface="Barlow" panose="020B0604020202020204" charset="0"/>
              </a:rPr>
              <a:t>Context </a:t>
            </a:r>
          </a:p>
          <a:p>
            <a:r>
              <a:rPr lang="en-US" sz="1800" dirty="0">
                <a:solidFill>
                  <a:srgbClr val="434343"/>
                </a:solidFill>
                <a:latin typeface="Barlow" panose="020B0604020202020204" charset="0"/>
              </a:rPr>
              <a:t>is configured with a </a:t>
            </a:r>
            <a:r>
              <a:rPr lang="en-US" sz="1800" dirty="0" err="1">
                <a:solidFill>
                  <a:srgbClr val="434343"/>
                </a:solidFill>
                <a:latin typeface="Barlow" panose="020B0604020202020204" charset="0"/>
              </a:rPr>
              <a:t>ConcreteStrategy</a:t>
            </a:r>
            <a:r>
              <a:rPr lang="en-US" sz="1800" dirty="0">
                <a:solidFill>
                  <a:srgbClr val="434343"/>
                </a:solidFill>
                <a:latin typeface="Barlow" panose="020B0604020202020204" charset="0"/>
              </a:rPr>
              <a:t> object.</a:t>
            </a:r>
          </a:p>
          <a:p>
            <a:r>
              <a:rPr lang="vi-VN" sz="1800" dirty="0">
                <a:solidFill>
                  <a:srgbClr val="434343"/>
                </a:solidFill>
                <a:latin typeface="Barlow" panose="020B0604020202020204" charset="0"/>
              </a:rPr>
              <a:t>M</a:t>
            </a:r>
            <a:r>
              <a:rPr lang="en-US" sz="1800" dirty="0" err="1">
                <a:solidFill>
                  <a:srgbClr val="434343"/>
                </a:solidFill>
                <a:latin typeface="Barlow" panose="020B0604020202020204" charset="0"/>
              </a:rPr>
              <a:t>aintains</a:t>
            </a:r>
            <a:r>
              <a:rPr lang="en-US" sz="1800" dirty="0">
                <a:solidFill>
                  <a:srgbClr val="434343"/>
                </a:solidFill>
                <a:latin typeface="Barlow" panose="020B0604020202020204" charset="0"/>
              </a:rPr>
              <a:t> a reference to a Strategy object.</a:t>
            </a:r>
          </a:p>
          <a:p>
            <a:r>
              <a:rPr lang="vi-VN" sz="1800" dirty="0">
                <a:solidFill>
                  <a:srgbClr val="434343"/>
                </a:solidFill>
                <a:latin typeface="Barlow" panose="020B0604020202020204" charset="0"/>
              </a:rPr>
              <a:t>M</a:t>
            </a:r>
            <a:r>
              <a:rPr lang="en-US" sz="1800" dirty="0">
                <a:solidFill>
                  <a:srgbClr val="434343"/>
                </a:solidFill>
                <a:latin typeface="Barlow" panose="020B0604020202020204" charset="0"/>
              </a:rPr>
              <a:t>ay define an interface that lets Strategy access its data.</a:t>
            </a:r>
            <a:endParaRPr lang="en-GB" sz="1800" dirty="0">
              <a:solidFill>
                <a:srgbClr val="434343"/>
              </a:solidFill>
              <a:latin typeface="Barlow" panose="020B0604020202020204" charset="0"/>
            </a:endParaRPr>
          </a:p>
        </p:txBody>
      </p:sp>
      <p:pic>
        <p:nvPicPr>
          <p:cNvPr id="3" name="Picture 2" descr="A close up of a logo&#10;&#10;Description automatically generated">
            <a:extLst>
              <a:ext uri="{FF2B5EF4-FFF2-40B4-BE49-F238E27FC236}">
                <a16:creationId xmlns:a16="http://schemas.microsoft.com/office/drawing/2014/main" id="{E2287335-0483-4106-A2FD-FE6575F9C538}"/>
              </a:ext>
            </a:extLst>
          </p:cNvPr>
          <p:cNvPicPr>
            <a:picLocks noChangeAspect="1"/>
          </p:cNvPicPr>
          <p:nvPr/>
        </p:nvPicPr>
        <p:blipFill>
          <a:blip r:embed="rId3"/>
          <a:stretch>
            <a:fillRect/>
          </a:stretch>
        </p:blipFill>
        <p:spPr>
          <a:xfrm>
            <a:off x="554357" y="139721"/>
            <a:ext cx="7969926" cy="2321516"/>
          </a:xfrm>
          <a:prstGeom prst="rect">
            <a:avLst/>
          </a:prstGeom>
        </p:spPr>
      </p:pic>
    </p:spTree>
    <p:extLst>
      <p:ext uri="{BB962C8B-B14F-4D97-AF65-F5344CB8AC3E}">
        <p14:creationId xmlns:p14="http://schemas.microsoft.com/office/powerpoint/2010/main" val="29829618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581628F3-C743-4E93-A3C4-375ED98FB6AB}"/>
              </a:ext>
            </a:extLst>
          </p:cNvPr>
          <p:cNvSpPr/>
          <p:nvPr/>
        </p:nvSpPr>
        <p:spPr>
          <a:xfrm>
            <a:off x="201442" y="2466147"/>
            <a:ext cx="4370558" cy="2585323"/>
          </a:xfrm>
          <a:prstGeom prst="rect">
            <a:avLst/>
          </a:prstGeom>
          <a:solidFill>
            <a:schemeClr val="tx2"/>
          </a:solidFill>
        </p:spPr>
        <p:style>
          <a:lnRef idx="2">
            <a:schemeClr val="accent2"/>
          </a:lnRef>
          <a:fillRef idx="1">
            <a:schemeClr val="lt1"/>
          </a:fillRef>
          <a:effectRef idx="0">
            <a:schemeClr val="accent2"/>
          </a:effectRef>
          <a:fontRef idx="minor">
            <a:schemeClr val="dk1"/>
          </a:fontRef>
        </p:style>
        <p:txBody>
          <a:bodyPr wrap="square">
            <a:spAutoFit/>
          </a:bodyPr>
          <a:lstStyle/>
          <a:p>
            <a:r>
              <a:rPr lang="en-US" sz="1800" b="1" dirty="0">
                <a:solidFill>
                  <a:srgbClr val="434343"/>
                </a:solidFill>
                <a:latin typeface="Barlow" panose="020B0604020202020204" charset="0"/>
              </a:rPr>
              <a:t>Strategy</a:t>
            </a:r>
            <a:r>
              <a:rPr lang="en-US" sz="1800" dirty="0">
                <a:solidFill>
                  <a:srgbClr val="434343"/>
                </a:solidFill>
                <a:latin typeface="Barlow" panose="020B0604020202020204" charset="0"/>
              </a:rPr>
              <a:t> and </a:t>
            </a:r>
            <a:r>
              <a:rPr lang="en-US" sz="1800" b="1" dirty="0">
                <a:solidFill>
                  <a:srgbClr val="434343"/>
                </a:solidFill>
                <a:latin typeface="Barlow" panose="020B0604020202020204" charset="0"/>
              </a:rPr>
              <a:t>Context</a:t>
            </a:r>
            <a:r>
              <a:rPr lang="en-US" sz="1800" dirty="0">
                <a:solidFill>
                  <a:srgbClr val="434343"/>
                </a:solidFill>
                <a:latin typeface="Barlow" panose="020B0604020202020204" charset="0"/>
              </a:rPr>
              <a:t> interact to implement the chosen algorithm. </a:t>
            </a:r>
          </a:p>
          <a:p>
            <a:r>
              <a:rPr lang="en-US" sz="1800" dirty="0">
                <a:solidFill>
                  <a:srgbClr val="434343"/>
                </a:solidFill>
                <a:latin typeface="Barlow" panose="020B0604020202020204" charset="0"/>
              </a:rPr>
              <a:t>A context may pass all data required by the algorithm to the strategy when the algorithm is called. </a:t>
            </a:r>
          </a:p>
          <a:p>
            <a:r>
              <a:rPr lang="en-US" sz="1800" dirty="0">
                <a:solidFill>
                  <a:srgbClr val="434343"/>
                </a:solidFill>
                <a:latin typeface="Barlow" panose="020B0604020202020204" charset="0"/>
              </a:rPr>
              <a:t>Alternatively, the context can pass itself as an argument to </a:t>
            </a:r>
            <a:r>
              <a:rPr lang="en-US" sz="1800" b="1" dirty="0">
                <a:solidFill>
                  <a:srgbClr val="434343"/>
                </a:solidFill>
                <a:latin typeface="Barlow" panose="020B0604020202020204" charset="0"/>
              </a:rPr>
              <a:t>Strategy</a:t>
            </a:r>
            <a:r>
              <a:rPr lang="en-US" sz="1800" dirty="0">
                <a:solidFill>
                  <a:srgbClr val="434343"/>
                </a:solidFill>
                <a:latin typeface="Barlow" panose="020B0604020202020204" charset="0"/>
              </a:rPr>
              <a:t> operations. That lets the strategy call back on the context as required.</a:t>
            </a:r>
          </a:p>
        </p:txBody>
      </p:sp>
      <p:sp>
        <p:nvSpPr>
          <p:cNvPr id="23" name="Rectangle 22">
            <a:extLst>
              <a:ext uri="{FF2B5EF4-FFF2-40B4-BE49-F238E27FC236}">
                <a16:creationId xmlns:a16="http://schemas.microsoft.com/office/drawing/2014/main" id="{EF727AB9-D628-499A-BFD1-66E7B725660C}"/>
              </a:ext>
            </a:extLst>
          </p:cNvPr>
          <p:cNvSpPr/>
          <p:nvPr/>
        </p:nvSpPr>
        <p:spPr>
          <a:xfrm>
            <a:off x="4940300" y="2478998"/>
            <a:ext cx="4002258" cy="2585323"/>
          </a:xfrm>
          <a:prstGeom prst="rect">
            <a:avLst/>
          </a:prstGeom>
          <a:solidFill>
            <a:schemeClr val="tx2"/>
          </a:solidFill>
        </p:spPr>
        <p:style>
          <a:lnRef idx="2">
            <a:schemeClr val="accent2"/>
          </a:lnRef>
          <a:fillRef idx="1">
            <a:schemeClr val="lt1"/>
          </a:fillRef>
          <a:effectRef idx="0">
            <a:schemeClr val="accent2"/>
          </a:effectRef>
          <a:fontRef idx="minor">
            <a:schemeClr val="dk1"/>
          </a:fontRef>
        </p:style>
        <p:txBody>
          <a:bodyPr wrap="square">
            <a:spAutoFit/>
          </a:bodyPr>
          <a:lstStyle/>
          <a:p>
            <a:r>
              <a:rPr lang="en-US" sz="1800" dirty="0">
                <a:solidFill>
                  <a:srgbClr val="434343"/>
                </a:solidFill>
                <a:latin typeface="Barlow" panose="020B0604020202020204" charset="0"/>
              </a:rPr>
              <a:t>A context forwards requests from its clients to its strategy. Clients usually create and pass a </a:t>
            </a:r>
            <a:r>
              <a:rPr lang="en-US" sz="1800" b="1" dirty="0" err="1">
                <a:solidFill>
                  <a:srgbClr val="434343"/>
                </a:solidFill>
                <a:latin typeface="Barlow" panose="020B0604020202020204" charset="0"/>
              </a:rPr>
              <a:t>ConcreteStrategy</a:t>
            </a:r>
            <a:r>
              <a:rPr lang="en-US" sz="1800" dirty="0">
                <a:solidFill>
                  <a:srgbClr val="434343"/>
                </a:solidFill>
                <a:latin typeface="Barlow" panose="020B0604020202020204" charset="0"/>
              </a:rPr>
              <a:t> object to the context; </a:t>
            </a:r>
          </a:p>
          <a:p>
            <a:r>
              <a:rPr lang="en-US" sz="1800" dirty="0">
                <a:solidFill>
                  <a:srgbClr val="434343"/>
                </a:solidFill>
                <a:latin typeface="Barlow" panose="020B0604020202020204" charset="0"/>
              </a:rPr>
              <a:t>thereafter, clients interact with the context exclusively. </a:t>
            </a:r>
          </a:p>
          <a:p>
            <a:r>
              <a:rPr lang="en-US" sz="1800" dirty="0">
                <a:solidFill>
                  <a:srgbClr val="434343"/>
                </a:solidFill>
                <a:latin typeface="Barlow" panose="020B0604020202020204" charset="0"/>
              </a:rPr>
              <a:t>There is often a family of </a:t>
            </a:r>
            <a:r>
              <a:rPr lang="en-US" sz="1800" b="1" dirty="0" err="1">
                <a:solidFill>
                  <a:srgbClr val="434343"/>
                </a:solidFill>
                <a:latin typeface="Barlow" panose="020B0604020202020204" charset="0"/>
              </a:rPr>
              <a:t>ConcreteStrategy</a:t>
            </a:r>
            <a:r>
              <a:rPr lang="en-US" sz="1800" dirty="0">
                <a:solidFill>
                  <a:srgbClr val="434343"/>
                </a:solidFill>
                <a:latin typeface="Barlow" panose="020B0604020202020204" charset="0"/>
              </a:rPr>
              <a:t> classes for a client to choose from.</a:t>
            </a:r>
          </a:p>
        </p:txBody>
      </p:sp>
      <p:pic>
        <p:nvPicPr>
          <p:cNvPr id="5" name="Picture 4" descr="A close up of a logo&#10;&#10;Description automatically generated">
            <a:extLst>
              <a:ext uri="{FF2B5EF4-FFF2-40B4-BE49-F238E27FC236}">
                <a16:creationId xmlns:a16="http://schemas.microsoft.com/office/drawing/2014/main" id="{875B38BD-D32C-4A83-A022-E28118341B90}"/>
              </a:ext>
            </a:extLst>
          </p:cNvPr>
          <p:cNvPicPr>
            <a:picLocks noChangeAspect="1"/>
          </p:cNvPicPr>
          <p:nvPr/>
        </p:nvPicPr>
        <p:blipFill>
          <a:blip r:embed="rId2"/>
          <a:stretch>
            <a:fillRect/>
          </a:stretch>
        </p:blipFill>
        <p:spPr>
          <a:xfrm>
            <a:off x="554357" y="79179"/>
            <a:ext cx="7969926" cy="2321516"/>
          </a:xfrm>
          <a:prstGeom prst="rect">
            <a:avLst/>
          </a:prstGeom>
        </p:spPr>
      </p:pic>
    </p:spTree>
    <p:extLst>
      <p:ext uri="{BB962C8B-B14F-4D97-AF65-F5344CB8AC3E}">
        <p14:creationId xmlns:p14="http://schemas.microsoft.com/office/powerpoint/2010/main" val="11583519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8" name="Google Shape;228;p26"/>
          <p:cNvSpPr txBox="1">
            <a:spLocks noGrp="1"/>
          </p:cNvSpPr>
          <p:nvPr>
            <p:ph type="sldNum" idx="12"/>
          </p:nvPr>
        </p:nvSpPr>
        <p:spPr>
          <a:xfrm>
            <a:off x="8556784" y="3136707"/>
            <a:ext cx="548700" cy="39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GB" smtClean="0"/>
              <a:t>11</a:t>
            </a:fld>
            <a:endParaRPr lang="en-GB" dirty="0"/>
          </a:p>
        </p:txBody>
      </p:sp>
      <p:sp>
        <p:nvSpPr>
          <p:cNvPr id="229" name="Google Shape;229;p26"/>
          <p:cNvSpPr txBox="1">
            <a:spLocks noGrp="1"/>
          </p:cNvSpPr>
          <p:nvPr>
            <p:ph type="ctrTitle"/>
          </p:nvPr>
        </p:nvSpPr>
        <p:spPr>
          <a:xfrm>
            <a:off x="669699" y="299452"/>
            <a:ext cx="3110376" cy="946200"/>
          </a:xfrm>
          <a:prstGeom prst="rect">
            <a:avLst/>
          </a:prstGeom>
        </p:spPr>
        <p:txBody>
          <a:bodyPr spcFirstLastPara="1" wrap="square" lIns="91425" tIns="91425" rIns="91425" bIns="91425" anchor="b" anchorCtr="0">
            <a:noAutofit/>
          </a:bodyPr>
          <a:lstStyle/>
          <a:p>
            <a:pPr lvl="0"/>
            <a:r>
              <a:rPr lang="en-GB" dirty="0"/>
              <a:t>REAL-WORLD ANALOGY</a:t>
            </a:r>
          </a:p>
        </p:txBody>
      </p:sp>
      <p:sp>
        <p:nvSpPr>
          <p:cNvPr id="231" name="Google Shape;231;p26"/>
          <p:cNvSpPr txBox="1">
            <a:spLocks noGrp="1"/>
          </p:cNvSpPr>
          <p:nvPr>
            <p:ph type="subTitle" idx="4294967295"/>
          </p:nvPr>
        </p:nvSpPr>
        <p:spPr>
          <a:xfrm flipH="1">
            <a:off x="151113" y="2386395"/>
            <a:ext cx="4680581" cy="2222738"/>
          </a:xfrm>
          <a:prstGeom prst="rect">
            <a:avLst/>
          </a:prstGeom>
        </p:spPr>
        <p:txBody>
          <a:bodyPr spcFirstLastPara="1" wrap="square" lIns="91425" tIns="91425" rIns="91425" bIns="91425" anchor="t" anchorCtr="0">
            <a:noAutofit/>
          </a:bodyPr>
          <a:lstStyle/>
          <a:p>
            <a:pPr marL="285750" indent="-285750" algn="just"/>
            <a:r>
              <a:rPr lang="en-US" sz="1600" dirty="0"/>
              <a:t>You can catch a bus, </a:t>
            </a:r>
            <a:r>
              <a:rPr lang="vi-VN" sz="1600" dirty="0"/>
              <a:t>book</a:t>
            </a:r>
            <a:r>
              <a:rPr lang="en-US" sz="1600" dirty="0"/>
              <a:t> an Uber, or get on your bicycle. </a:t>
            </a:r>
          </a:p>
          <a:p>
            <a:pPr marL="285750" indent="-285750" algn="just"/>
            <a:r>
              <a:rPr lang="en-US" sz="1600" dirty="0"/>
              <a:t>These are your transportation strategies. </a:t>
            </a:r>
          </a:p>
          <a:p>
            <a:pPr marL="285750" indent="-285750" algn="just"/>
            <a:r>
              <a:rPr lang="en-US" sz="1600" dirty="0"/>
              <a:t>You can pick one of the strategies depending on factors such as budget or time constraints.</a:t>
            </a:r>
          </a:p>
        </p:txBody>
      </p:sp>
      <p:sp>
        <p:nvSpPr>
          <p:cNvPr id="234" name="Google Shape;234;p26"/>
          <p:cNvSpPr/>
          <p:nvPr/>
        </p:nvSpPr>
        <p:spPr>
          <a:xfrm flipH="1">
            <a:off x="1915708" y="1516158"/>
            <a:ext cx="2919000" cy="609900"/>
          </a:xfrm>
          <a:prstGeom prst="rect">
            <a:avLst/>
          </a:prstGeom>
          <a:no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GB" dirty="0"/>
          </a:p>
        </p:txBody>
      </p:sp>
      <p:sp>
        <p:nvSpPr>
          <p:cNvPr id="235" name="Google Shape;235;p26"/>
          <p:cNvSpPr/>
          <p:nvPr/>
        </p:nvSpPr>
        <p:spPr>
          <a:xfrm flipH="1">
            <a:off x="1831383" y="1600481"/>
            <a:ext cx="2919000" cy="609900"/>
          </a:xfrm>
          <a:prstGeom prst="rect">
            <a:avLst/>
          </a:prstGeom>
          <a:solidFill>
            <a:srgbClr val="E040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GB" dirty="0"/>
          </a:p>
        </p:txBody>
      </p:sp>
      <p:sp>
        <p:nvSpPr>
          <p:cNvPr id="237" name="Google Shape;237;p26"/>
          <p:cNvSpPr txBox="1">
            <a:spLocks noGrp="1"/>
          </p:cNvSpPr>
          <p:nvPr>
            <p:ph type="ctrTitle" idx="4294967295"/>
          </p:nvPr>
        </p:nvSpPr>
        <p:spPr>
          <a:xfrm flipH="1">
            <a:off x="1722001" y="1427938"/>
            <a:ext cx="3110376" cy="946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GB" dirty="0">
                <a:solidFill>
                  <a:srgbClr val="F4F2F2"/>
                </a:solidFill>
              </a:rPr>
              <a:t>TRANSPORTATION</a:t>
            </a:r>
          </a:p>
        </p:txBody>
      </p:sp>
      <p:grpSp>
        <p:nvGrpSpPr>
          <p:cNvPr id="4" name="Group 3">
            <a:extLst>
              <a:ext uri="{FF2B5EF4-FFF2-40B4-BE49-F238E27FC236}">
                <a16:creationId xmlns:a16="http://schemas.microsoft.com/office/drawing/2014/main" id="{FA709F89-2EA5-45F2-A76F-6B793ED3C14C}"/>
              </a:ext>
            </a:extLst>
          </p:cNvPr>
          <p:cNvGrpSpPr/>
          <p:nvPr/>
        </p:nvGrpSpPr>
        <p:grpSpPr>
          <a:xfrm>
            <a:off x="5019842" y="765703"/>
            <a:ext cx="3536942" cy="3500228"/>
            <a:chOff x="1046647" y="-1240720"/>
            <a:chExt cx="5736614" cy="6356104"/>
          </a:xfrm>
        </p:grpSpPr>
        <p:pic>
          <p:nvPicPr>
            <p:cNvPr id="14" name="Picture 13" descr="A screenshot of a cell phone&#10;&#10;Description automatically generated">
              <a:extLst>
                <a:ext uri="{FF2B5EF4-FFF2-40B4-BE49-F238E27FC236}">
                  <a16:creationId xmlns:a16="http://schemas.microsoft.com/office/drawing/2014/main" id="{9A53D721-0D31-4DC7-A869-9AA0183680EE}"/>
                </a:ext>
              </a:extLst>
            </p:cNvPr>
            <p:cNvPicPr>
              <a:picLocks noChangeAspect="1"/>
            </p:cNvPicPr>
            <p:nvPr/>
          </p:nvPicPr>
          <p:blipFill rotWithShape="1">
            <a:blip r:embed="rId3"/>
            <a:srcRect l="25606" r="49791"/>
            <a:stretch/>
          </p:blipFill>
          <p:spPr>
            <a:xfrm>
              <a:off x="1046647" y="829134"/>
              <a:ext cx="2249709" cy="4286250"/>
            </a:xfrm>
            <a:prstGeom prst="rect">
              <a:avLst/>
            </a:prstGeom>
          </p:spPr>
        </p:pic>
        <p:pic>
          <p:nvPicPr>
            <p:cNvPr id="16" name="Picture 15" descr="A screenshot of a cell phone&#10;&#10;Description automatically generated">
              <a:extLst>
                <a:ext uri="{FF2B5EF4-FFF2-40B4-BE49-F238E27FC236}">
                  <a16:creationId xmlns:a16="http://schemas.microsoft.com/office/drawing/2014/main" id="{4195A204-84F6-447A-AD92-1609F9834A9F}"/>
                </a:ext>
              </a:extLst>
            </p:cNvPr>
            <p:cNvPicPr>
              <a:picLocks noChangeAspect="1"/>
            </p:cNvPicPr>
            <p:nvPr/>
          </p:nvPicPr>
          <p:blipFill rotWithShape="1">
            <a:blip r:embed="rId3"/>
            <a:srcRect l="74237" r="36"/>
            <a:stretch/>
          </p:blipFill>
          <p:spPr>
            <a:xfrm>
              <a:off x="4430815" y="-1240720"/>
              <a:ext cx="2352446" cy="4286250"/>
            </a:xfrm>
            <a:prstGeom prst="rect">
              <a:avLst/>
            </a:prstGeom>
          </p:spPr>
        </p:pic>
        <p:pic>
          <p:nvPicPr>
            <p:cNvPr id="15" name="Picture 14" descr="A screenshot of a cell phone&#10;&#10;Description automatically generated">
              <a:extLst>
                <a:ext uri="{FF2B5EF4-FFF2-40B4-BE49-F238E27FC236}">
                  <a16:creationId xmlns:a16="http://schemas.microsoft.com/office/drawing/2014/main" id="{C204DF12-8F1D-4F5C-B09C-0D4D6CB5E506}"/>
                </a:ext>
              </a:extLst>
            </p:cNvPr>
            <p:cNvPicPr>
              <a:picLocks noChangeAspect="1"/>
            </p:cNvPicPr>
            <p:nvPr/>
          </p:nvPicPr>
          <p:blipFill rotWithShape="1">
            <a:blip r:embed="rId3"/>
            <a:srcRect l="50176" r="26328"/>
            <a:stretch/>
          </p:blipFill>
          <p:spPr>
            <a:xfrm>
              <a:off x="2691052" y="-262981"/>
              <a:ext cx="2148455" cy="4286250"/>
            </a:xfrm>
            <a:prstGeom prst="rect">
              <a:avLst/>
            </a:prstGeom>
          </p:spPr>
        </p:pic>
      </p:grpSp>
    </p:spTree>
    <p:extLst>
      <p:ext uri="{BB962C8B-B14F-4D97-AF65-F5344CB8AC3E}">
        <p14:creationId xmlns:p14="http://schemas.microsoft.com/office/powerpoint/2010/main" val="21638433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B6D9077B-EBD8-49E8-91B0-8F51F35BDB24}"/>
              </a:ext>
            </a:extLst>
          </p:cNvPr>
          <p:cNvGrpSpPr/>
          <p:nvPr/>
        </p:nvGrpSpPr>
        <p:grpSpPr>
          <a:xfrm>
            <a:off x="1340363" y="0"/>
            <a:ext cx="6463274" cy="5143500"/>
            <a:chOff x="1340363" y="0"/>
            <a:chExt cx="6463274" cy="5143500"/>
          </a:xfrm>
        </p:grpSpPr>
        <p:pic>
          <p:nvPicPr>
            <p:cNvPr id="4" name="Picture 3" descr="A screenshot of a cell phone&#10;&#10;Description automatically generated">
              <a:extLst>
                <a:ext uri="{FF2B5EF4-FFF2-40B4-BE49-F238E27FC236}">
                  <a16:creationId xmlns:a16="http://schemas.microsoft.com/office/drawing/2014/main" id="{59E0F084-2DBC-4C72-80EA-68AA75DCFD53}"/>
                </a:ext>
              </a:extLst>
            </p:cNvPr>
            <p:cNvPicPr>
              <a:picLocks noChangeAspect="1"/>
            </p:cNvPicPr>
            <p:nvPr/>
          </p:nvPicPr>
          <p:blipFill>
            <a:blip r:embed="rId2"/>
            <a:stretch>
              <a:fillRect/>
            </a:stretch>
          </p:blipFill>
          <p:spPr>
            <a:xfrm>
              <a:off x="1340363" y="0"/>
              <a:ext cx="6463274" cy="5143500"/>
            </a:xfrm>
            <a:prstGeom prst="rect">
              <a:avLst/>
            </a:prstGeom>
          </p:spPr>
        </p:pic>
        <p:sp>
          <p:nvSpPr>
            <p:cNvPr id="5" name="Diamond 4">
              <a:extLst>
                <a:ext uri="{FF2B5EF4-FFF2-40B4-BE49-F238E27FC236}">
                  <a16:creationId xmlns:a16="http://schemas.microsoft.com/office/drawing/2014/main" id="{F0D99002-1D26-4A69-84E9-33C0D8EAF25F}"/>
                </a:ext>
              </a:extLst>
            </p:cNvPr>
            <p:cNvSpPr/>
            <p:nvPr/>
          </p:nvSpPr>
          <p:spPr>
            <a:xfrm rot="16200000">
              <a:off x="2234154" y="1834576"/>
              <a:ext cx="237067" cy="158044"/>
            </a:xfrm>
            <a:prstGeom prst="diamond">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6" name="Diamond 5">
              <a:extLst>
                <a:ext uri="{FF2B5EF4-FFF2-40B4-BE49-F238E27FC236}">
                  <a16:creationId xmlns:a16="http://schemas.microsoft.com/office/drawing/2014/main" id="{61CD6A00-0A88-47A6-A098-36F394A37CB3}"/>
                </a:ext>
              </a:extLst>
            </p:cNvPr>
            <p:cNvSpPr/>
            <p:nvPr/>
          </p:nvSpPr>
          <p:spPr>
            <a:xfrm rot="16200000">
              <a:off x="4448150" y="1834576"/>
              <a:ext cx="237067" cy="158044"/>
            </a:xfrm>
            <a:prstGeom prst="diamond">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7" name="Diamond 6">
              <a:extLst>
                <a:ext uri="{FF2B5EF4-FFF2-40B4-BE49-F238E27FC236}">
                  <a16:creationId xmlns:a16="http://schemas.microsoft.com/office/drawing/2014/main" id="{AEC7974C-9D69-4661-95D6-35F5C0843A8C}"/>
                </a:ext>
              </a:extLst>
            </p:cNvPr>
            <p:cNvSpPr/>
            <p:nvPr/>
          </p:nvSpPr>
          <p:spPr>
            <a:xfrm rot="16200000">
              <a:off x="6514736" y="1834576"/>
              <a:ext cx="237067" cy="158044"/>
            </a:xfrm>
            <a:prstGeom prst="diamond">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cxnSp>
        <p:nvCxnSpPr>
          <p:cNvPr id="13" name="Connector: Elbow 12">
            <a:extLst>
              <a:ext uri="{FF2B5EF4-FFF2-40B4-BE49-F238E27FC236}">
                <a16:creationId xmlns:a16="http://schemas.microsoft.com/office/drawing/2014/main" id="{022D1B39-A8AD-4486-966E-3D100884320F}"/>
              </a:ext>
            </a:extLst>
          </p:cNvPr>
          <p:cNvCxnSpPr/>
          <p:nvPr/>
        </p:nvCxnSpPr>
        <p:spPr>
          <a:xfrm>
            <a:off x="2370667" y="2032132"/>
            <a:ext cx="1625600" cy="699779"/>
          </a:xfrm>
          <a:prstGeom prst="bentConnector3">
            <a:avLst/>
          </a:prstGeom>
          <a:ln w="19050"/>
        </p:spPr>
        <p:style>
          <a:lnRef idx="1">
            <a:schemeClr val="dk1"/>
          </a:lnRef>
          <a:fillRef idx="0">
            <a:schemeClr val="dk1"/>
          </a:fillRef>
          <a:effectRef idx="0">
            <a:schemeClr val="dk1"/>
          </a:effectRef>
          <a:fontRef idx="minor">
            <a:schemeClr val="tx1"/>
          </a:fontRef>
        </p:style>
      </p:cxnSp>
      <p:cxnSp>
        <p:nvCxnSpPr>
          <p:cNvPr id="15" name="Connector: Elbow 14">
            <a:extLst>
              <a:ext uri="{FF2B5EF4-FFF2-40B4-BE49-F238E27FC236}">
                <a16:creationId xmlns:a16="http://schemas.microsoft.com/office/drawing/2014/main" id="{9FEA5CCF-B20C-4274-A3E1-ED92B132E55F}"/>
              </a:ext>
            </a:extLst>
          </p:cNvPr>
          <p:cNvCxnSpPr>
            <a:stCxn id="7" idx="1"/>
          </p:cNvCxnSpPr>
          <p:nvPr/>
        </p:nvCxnSpPr>
        <p:spPr>
          <a:xfrm rot="5400000">
            <a:off x="5630924" y="1729564"/>
            <a:ext cx="699779" cy="1304914"/>
          </a:xfrm>
          <a:prstGeom prst="bentConnector2">
            <a:avLst/>
          </a:prstGeom>
          <a:ln w="19050"/>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4BE12219-D475-4A61-921E-D220899B6C57}"/>
              </a:ext>
            </a:extLst>
          </p:cNvPr>
          <p:cNvCxnSpPr>
            <a:stCxn id="6" idx="1"/>
          </p:cNvCxnSpPr>
          <p:nvPr/>
        </p:nvCxnSpPr>
        <p:spPr>
          <a:xfrm>
            <a:off x="4566684" y="2032132"/>
            <a:ext cx="5316" cy="214357"/>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8571800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29C19BC-EC26-47C5-B17A-8BC3B7CC86D7}"/>
              </a:ext>
            </a:extLst>
          </p:cNvPr>
          <p:cNvPicPr>
            <a:picLocks noChangeAspect="1"/>
          </p:cNvPicPr>
          <p:nvPr/>
        </p:nvPicPr>
        <p:blipFill>
          <a:blip r:embed="rId2"/>
          <a:stretch>
            <a:fillRect/>
          </a:stretch>
        </p:blipFill>
        <p:spPr>
          <a:xfrm>
            <a:off x="741799" y="0"/>
            <a:ext cx="7660402" cy="5143500"/>
          </a:xfrm>
          <a:prstGeom prst="rect">
            <a:avLst/>
          </a:prstGeom>
        </p:spPr>
      </p:pic>
    </p:spTree>
    <p:extLst>
      <p:ext uri="{BB962C8B-B14F-4D97-AF65-F5344CB8AC3E}">
        <p14:creationId xmlns:p14="http://schemas.microsoft.com/office/powerpoint/2010/main" val="34143673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ell phone&#10;&#10;Description automatically generated">
            <a:extLst>
              <a:ext uri="{FF2B5EF4-FFF2-40B4-BE49-F238E27FC236}">
                <a16:creationId xmlns:a16="http://schemas.microsoft.com/office/drawing/2014/main" id="{05E0B05F-9437-46BF-AC32-B6A162AC7AF7}"/>
              </a:ext>
            </a:extLst>
          </p:cNvPr>
          <p:cNvPicPr>
            <a:picLocks noChangeAspect="1"/>
          </p:cNvPicPr>
          <p:nvPr/>
        </p:nvPicPr>
        <p:blipFill>
          <a:blip r:embed="rId2"/>
          <a:stretch>
            <a:fillRect/>
          </a:stretch>
        </p:blipFill>
        <p:spPr>
          <a:xfrm>
            <a:off x="0" y="972314"/>
            <a:ext cx="9144000" cy="3198871"/>
          </a:xfrm>
          <a:prstGeom prst="rect">
            <a:avLst/>
          </a:prstGeom>
        </p:spPr>
      </p:pic>
    </p:spTree>
    <p:extLst>
      <p:ext uri="{BB962C8B-B14F-4D97-AF65-F5344CB8AC3E}">
        <p14:creationId xmlns:p14="http://schemas.microsoft.com/office/powerpoint/2010/main" val="35221213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screenshot of a cell phone&#10;&#10;Description automatically generated">
            <a:extLst>
              <a:ext uri="{FF2B5EF4-FFF2-40B4-BE49-F238E27FC236}">
                <a16:creationId xmlns:a16="http://schemas.microsoft.com/office/drawing/2014/main" id="{28AB60C1-0210-481B-9FE2-E507095C08D3}"/>
              </a:ext>
            </a:extLst>
          </p:cNvPr>
          <p:cNvPicPr>
            <a:picLocks noChangeAspect="1"/>
          </p:cNvPicPr>
          <p:nvPr/>
        </p:nvPicPr>
        <p:blipFill>
          <a:blip r:embed="rId2"/>
          <a:stretch>
            <a:fillRect/>
          </a:stretch>
        </p:blipFill>
        <p:spPr>
          <a:xfrm>
            <a:off x="5785658" y="822769"/>
            <a:ext cx="2387498" cy="3497962"/>
          </a:xfrm>
          <a:prstGeom prst="rect">
            <a:avLst/>
          </a:prstGeom>
        </p:spPr>
      </p:pic>
      <p:cxnSp>
        <p:nvCxnSpPr>
          <p:cNvPr id="13" name="Straight Arrow Connector 12">
            <a:extLst>
              <a:ext uri="{FF2B5EF4-FFF2-40B4-BE49-F238E27FC236}">
                <a16:creationId xmlns:a16="http://schemas.microsoft.com/office/drawing/2014/main" id="{B0CDB4D3-D8D6-48F0-8986-C93937535B32}"/>
              </a:ext>
            </a:extLst>
          </p:cNvPr>
          <p:cNvCxnSpPr/>
          <p:nvPr/>
        </p:nvCxnSpPr>
        <p:spPr>
          <a:xfrm>
            <a:off x="4572000" y="2043289"/>
            <a:ext cx="1213658" cy="0"/>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14" name="Straight Arrow Connector 13">
            <a:extLst>
              <a:ext uri="{FF2B5EF4-FFF2-40B4-BE49-F238E27FC236}">
                <a16:creationId xmlns:a16="http://schemas.microsoft.com/office/drawing/2014/main" id="{8D3F68E7-1BFE-4AEC-8941-115263C568ED}"/>
              </a:ext>
            </a:extLst>
          </p:cNvPr>
          <p:cNvCxnSpPr/>
          <p:nvPr/>
        </p:nvCxnSpPr>
        <p:spPr>
          <a:xfrm>
            <a:off x="4572000" y="2810933"/>
            <a:ext cx="1213658" cy="0"/>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15" name="Straight Arrow Connector 14">
            <a:extLst>
              <a:ext uri="{FF2B5EF4-FFF2-40B4-BE49-F238E27FC236}">
                <a16:creationId xmlns:a16="http://schemas.microsoft.com/office/drawing/2014/main" id="{AB7E6CF0-2130-4114-A2D5-C6E2D2F8A7CC}"/>
              </a:ext>
            </a:extLst>
          </p:cNvPr>
          <p:cNvCxnSpPr/>
          <p:nvPr/>
        </p:nvCxnSpPr>
        <p:spPr>
          <a:xfrm>
            <a:off x="4569229" y="3770489"/>
            <a:ext cx="1213658" cy="0"/>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pic>
        <p:nvPicPr>
          <p:cNvPr id="3" name="Picture 2">
            <a:extLst>
              <a:ext uri="{FF2B5EF4-FFF2-40B4-BE49-F238E27FC236}">
                <a16:creationId xmlns:a16="http://schemas.microsoft.com/office/drawing/2014/main" id="{698883F2-1F5C-4922-8400-4B513D3E11B5}"/>
              </a:ext>
            </a:extLst>
          </p:cNvPr>
          <p:cNvPicPr>
            <a:picLocks noChangeAspect="1"/>
          </p:cNvPicPr>
          <p:nvPr/>
        </p:nvPicPr>
        <p:blipFill>
          <a:blip r:embed="rId3"/>
          <a:stretch>
            <a:fillRect/>
          </a:stretch>
        </p:blipFill>
        <p:spPr>
          <a:xfrm>
            <a:off x="1624618" y="0"/>
            <a:ext cx="2943225" cy="5143500"/>
          </a:xfrm>
          <a:prstGeom prst="rect">
            <a:avLst/>
          </a:prstGeom>
        </p:spPr>
      </p:pic>
    </p:spTree>
    <p:extLst>
      <p:ext uri="{BB962C8B-B14F-4D97-AF65-F5344CB8AC3E}">
        <p14:creationId xmlns:p14="http://schemas.microsoft.com/office/powerpoint/2010/main" val="35473943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11D7A-7314-45BA-8FC1-AFD4853C1F3D}"/>
              </a:ext>
            </a:extLst>
          </p:cNvPr>
          <p:cNvSpPr>
            <a:spLocks noGrp="1"/>
          </p:cNvSpPr>
          <p:nvPr>
            <p:ph type="ctrTitle"/>
          </p:nvPr>
        </p:nvSpPr>
        <p:spPr/>
        <p:txBody>
          <a:bodyPr/>
          <a:lstStyle/>
          <a:p>
            <a:r>
              <a:rPr lang="en-GB" dirty="0"/>
              <a:t>PROGRAMMING PROBLEM</a:t>
            </a:r>
          </a:p>
        </p:txBody>
      </p:sp>
      <p:sp>
        <p:nvSpPr>
          <p:cNvPr id="3" name="Subtitle 2">
            <a:extLst>
              <a:ext uri="{FF2B5EF4-FFF2-40B4-BE49-F238E27FC236}">
                <a16:creationId xmlns:a16="http://schemas.microsoft.com/office/drawing/2014/main" id="{31A1F7B4-67E5-486A-A67B-B00ED50DFA7C}"/>
              </a:ext>
            </a:extLst>
          </p:cNvPr>
          <p:cNvSpPr>
            <a:spLocks noGrp="1"/>
          </p:cNvSpPr>
          <p:nvPr>
            <p:ph type="subTitle" idx="1"/>
          </p:nvPr>
        </p:nvSpPr>
        <p:spPr>
          <a:xfrm>
            <a:off x="305745" y="2705625"/>
            <a:ext cx="4352100" cy="717000"/>
          </a:xfrm>
        </p:spPr>
        <p:txBody>
          <a:bodyPr/>
          <a:lstStyle/>
          <a:p>
            <a:r>
              <a:rPr lang="en-GB" sz="2800" b="1" dirty="0"/>
              <a:t>SORTING ALGORITHMS</a:t>
            </a:r>
          </a:p>
        </p:txBody>
      </p:sp>
    </p:spTree>
    <p:extLst>
      <p:ext uri="{BB962C8B-B14F-4D97-AF65-F5344CB8AC3E}">
        <p14:creationId xmlns:p14="http://schemas.microsoft.com/office/powerpoint/2010/main" val="20751290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ell phone&#10;&#10;Description automatically generated">
            <a:extLst>
              <a:ext uri="{FF2B5EF4-FFF2-40B4-BE49-F238E27FC236}">
                <a16:creationId xmlns:a16="http://schemas.microsoft.com/office/drawing/2014/main" id="{DDC998E8-7D87-40E2-902D-27D96EEA50B7}"/>
              </a:ext>
            </a:extLst>
          </p:cNvPr>
          <p:cNvPicPr>
            <a:picLocks noChangeAspect="1"/>
          </p:cNvPicPr>
          <p:nvPr/>
        </p:nvPicPr>
        <p:blipFill>
          <a:blip r:embed="rId3"/>
          <a:stretch>
            <a:fillRect/>
          </a:stretch>
        </p:blipFill>
        <p:spPr>
          <a:xfrm>
            <a:off x="390637" y="0"/>
            <a:ext cx="8362726" cy="5143500"/>
          </a:xfrm>
          <a:prstGeom prst="rect">
            <a:avLst/>
          </a:prstGeom>
        </p:spPr>
      </p:pic>
      <p:sp>
        <p:nvSpPr>
          <p:cNvPr id="12" name="Diamond 11">
            <a:extLst>
              <a:ext uri="{FF2B5EF4-FFF2-40B4-BE49-F238E27FC236}">
                <a16:creationId xmlns:a16="http://schemas.microsoft.com/office/drawing/2014/main" id="{9E570D15-35A3-44AD-B56D-B55487A76C7E}"/>
              </a:ext>
            </a:extLst>
          </p:cNvPr>
          <p:cNvSpPr/>
          <p:nvPr/>
        </p:nvSpPr>
        <p:spPr>
          <a:xfrm>
            <a:off x="5508982" y="643467"/>
            <a:ext cx="237067" cy="158044"/>
          </a:xfrm>
          <a:prstGeom prst="diamond">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cxnSp>
        <p:nvCxnSpPr>
          <p:cNvPr id="6" name="Connector: Elbow 5">
            <a:extLst>
              <a:ext uri="{FF2B5EF4-FFF2-40B4-BE49-F238E27FC236}">
                <a16:creationId xmlns:a16="http://schemas.microsoft.com/office/drawing/2014/main" id="{95FD8A61-8C41-4FF5-B91A-0CF1C0C1268F}"/>
              </a:ext>
            </a:extLst>
          </p:cNvPr>
          <p:cNvCxnSpPr>
            <a:cxnSpLocks/>
          </p:cNvCxnSpPr>
          <p:nvPr/>
        </p:nvCxnSpPr>
        <p:spPr>
          <a:xfrm rot="10800000" flipV="1">
            <a:off x="4222044" y="722490"/>
            <a:ext cx="1286938" cy="1286932"/>
          </a:xfrm>
          <a:prstGeom prst="bentConnector3">
            <a:avLst>
              <a:gd name="adj1" fmla="val 50000"/>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742602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9778C-EDFF-460E-B6B0-2416D6FC9F02}"/>
              </a:ext>
            </a:extLst>
          </p:cNvPr>
          <p:cNvSpPr>
            <a:spLocks noGrp="1"/>
          </p:cNvSpPr>
          <p:nvPr>
            <p:ph type="title"/>
          </p:nvPr>
        </p:nvSpPr>
        <p:spPr/>
        <p:txBody>
          <a:bodyPr/>
          <a:lstStyle/>
          <a:p>
            <a:r>
              <a:rPr lang="en-GB" dirty="0"/>
              <a:t>03</a:t>
            </a:r>
          </a:p>
        </p:txBody>
      </p:sp>
      <p:sp>
        <p:nvSpPr>
          <p:cNvPr id="3" name="Title 2">
            <a:extLst>
              <a:ext uri="{FF2B5EF4-FFF2-40B4-BE49-F238E27FC236}">
                <a16:creationId xmlns:a16="http://schemas.microsoft.com/office/drawing/2014/main" id="{FF7EB08A-5E05-42BB-BB72-A7136C7A89EC}"/>
              </a:ext>
            </a:extLst>
          </p:cNvPr>
          <p:cNvSpPr>
            <a:spLocks noGrp="1"/>
          </p:cNvSpPr>
          <p:nvPr>
            <p:ph type="ctrTitle" idx="2"/>
          </p:nvPr>
        </p:nvSpPr>
        <p:spPr/>
        <p:txBody>
          <a:bodyPr/>
          <a:lstStyle/>
          <a:p>
            <a:r>
              <a:rPr lang="en-GB" sz="4400" dirty="0"/>
              <a:t>CONCLUSION</a:t>
            </a:r>
          </a:p>
        </p:txBody>
      </p:sp>
    </p:spTree>
    <p:extLst>
      <p:ext uri="{BB962C8B-B14F-4D97-AF65-F5344CB8AC3E}">
        <p14:creationId xmlns:p14="http://schemas.microsoft.com/office/powerpoint/2010/main" val="31021410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29"/>
          <p:cNvSpPr/>
          <p:nvPr/>
        </p:nvSpPr>
        <p:spPr>
          <a:xfrm>
            <a:off x="718779" y="991574"/>
            <a:ext cx="3469274" cy="553240"/>
          </a:xfrm>
          <a:prstGeom prst="rect">
            <a:avLst/>
          </a:prstGeom>
          <a:no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9"/>
          <p:cNvSpPr/>
          <p:nvPr/>
        </p:nvSpPr>
        <p:spPr>
          <a:xfrm>
            <a:off x="617304" y="882149"/>
            <a:ext cx="3469274" cy="553240"/>
          </a:xfrm>
          <a:prstGeom prst="rect">
            <a:avLst/>
          </a:prstGeom>
          <a:solidFill>
            <a:srgbClr val="E040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9"/>
          <p:cNvSpPr txBox="1"/>
          <p:nvPr/>
        </p:nvSpPr>
        <p:spPr>
          <a:xfrm flipH="1">
            <a:off x="746598" y="1053562"/>
            <a:ext cx="3187728" cy="408153"/>
          </a:xfrm>
          <a:prstGeom prst="rect">
            <a:avLst/>
          </a:prstGeom>
          <a:noFill/>
          <a:ln>
            <a:noFill/>
          </a:ln>
        </p:spPr>
        <p:txBody>
          <a:bodyPr spcFirstLastPara="1" wrap="square" lIns="91425" tIns="91425" rIns="91425" bIns="91425" anchor="b" anchorCtr="0">
            <a:noAutofit/>
          </a:bodyPr>
          <a:lstStyle/>
          <a:p>
            <a:pPr lvl="0"/>
            <a:r>
              <a:rPr lang="en-US" dirty="0">
                <a:solidFill>
                  <a:srgbClr val="F4F2F2"/>
                </a:solidFill>
                <a:latin typeface="Oswald"/>
                <a:ea typeface="Oswald"/>
                <a:cs typeface="Oswald"/>
                <a:sym typeface="Oswald"/>
              </a:rPr>
              <a:t>You can swap algorithms used inside an object at runtime.</a:t>
            </a:r>
          </a:p>
        </p:txBody>
      </p:sp>
      <p:sp>
        <p:nvSpPr>
          <p:cNvPr id="297" name="Google Shape;297;p29"/>
          <p:cNvSpPr txBox="1">
            <a:spLocks noGrp="1"/>
          </p:cNvSpPr>
          <p:nvPr>
            <p:ph type="sldNum" idx="12"/>
          </p:nvPr>
        </p:nvSpPr>
        <p:spPr>
          <a:xfrm>
            <a:off x="8556784" y="3136707"/>
            <a:ext cx="548700" cy="39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s"/>
              <a:t>19</a:t>
            </a:fld>
            <a:endParaRPr/>
          </a:p>
        </p:txBody>
      </p:sp>
      <p:sp>
        <p:nvSpPr>
          <p:cNvPr id="298" name="Google Shape;298;p29"/>
          <p:cNvSpPr txBox="1">
            <a:spLocks noGrp="1"/>
          </p:cNvSpPr>
          <p:nvPr>
            <p:ph type="ctrTitle"/>
          </p:nvPr>
        </p:nvSpPr>
        <p:spPr>
          <a:xfrm>
            <a:off x="2722093" y="142525"/>
            <a:ext cx="3699814" cy="507639"/>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PROS &amp; CONS</a:t>
            </a:r>
            <a:endParaRPr dirty="0"/>
          </a:p>
        </p:txBody>
      </p:sp>
      <p:sp>
        <p:nvSpPr>
          <p:cNvPr id="19" name="Google Shape;282;p29">
            <a:extLst>
              <a:ext uri="{FF2B5EF4-FFF2-40B4-BE49-F238E27FC236}">
                <a16:creationId xmlns:a16="http://schemas.microsoft.com/office/drawing/2014/main" id="{3CEE0520-5772-4AA8-9998-E86CD27E4EC3}"/>
              </a:ext>
            </a:extLst>
          </p:cNvPr>
          <p:cNvSpPr/>
          <p:nvPr/>
        </p:nvSpPr>
        <p:spPr>
          <a:xfrm>
            <a:off x="718779" y="1886224"/>
            <a:ext cx="3469274" cy="553240"/>
          </a:xfrm>
          <a:prstGeom prst="rect">
            <a:avLst/>
          </a:prstGeom>
          <a:no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83;p29">
            <a:extLst>
              <a:ext uri="{FF2B5EF4-FFF2-40B4-BE49-F238E27FC236}">
                <a16:creationId xmlns:a16="http://schemas.microsoft.com/office/drawing/2014/main" id="{22732853-5168-43B3-A6BA-896BDD75DD19}"/>
              </a:ext>
            </a:extLst>
          </p:cNvPr>
          <p:cNvSpPr/>
          <p:nvPr/>
        </p:nvSpPr>
        <p:spPr>
          <a:xfrm>
            <a:off x="617304" y="1776799"/>
            <a:ext cx="3469274" cy="553240"/>
          </a:xfrm>
          <a:prstGeom prst="rect">
            <a:avLst/>
          </a:prstGeom>
          <a:solidFill>
            <a:srgbClr val="E040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92;p29">
            <a:extLst>
              <a:ext uri="{FF2B5EF4-FFF2-40B4-BE49-F238E27FC236}">
                <a16:creationId xmlns:a16="http://schemas.microsoft.com/office/drawing/2014/main" id="{59F9DE98-C495-4E15-8275-09F7301406A2}"/>
              </a:ext>
            </a:extLst>
          </p:cNvPr>
          <p:cNvSpPr txBox="1"/>
          <p:nvPr/>
        </p:nvSpPr>
        <p:spPr>
          <a:xfrm flipH="1">
            <a:off x="746598" y="1934352"/>
            <a:ext cx="3339980" cy="408153"/>
          </a:xfrm>
          <a:prstGeom prst="rect">
            <a:avLst/>
          </a:prstGeom>
          <a:noFill/>
          <a:ln>
            <a:noFill/>
          </a:ln>
        </p:spPr>
        <p:txBody>
          <a:bodyPr spcFirstLastPara="1" wrap="square" lIns="91425" tIns="91425" rIns="91425" bIns="91425" anchor="b" anchorCtr="0">
            <a:noAutofit/>
          </a:bodyPr>
          <a:lstStyle/>
          <a:p>
            <a:pPr lvl="0"/>
            <a:r>
              <a:rPr lang="en-US" dirty="0">
                <a:solidFill>
                  <a:srgbClr val="F4F2F2"/>
                </a:solidFill>
                <a:latin typeface="Oswald"/>
                <a:ea typeface="Oswald"/>
                <a:cs typeface="Oswald"/>
                <a:sym typeface="Oswald"/>
              </a:rPr>
              <a:t> You can isolate the implementation details of an algorithm from the code that uses it.</a:t>
            </a:r>
          </a:p>
        </p:txBody>
      </p:sp>
      <p:sp>
        <p:nvSpPr>
          <p:cNvPr id="22" name="Google Shape;282;p29">
            <a:extLst>
              <a:ext uri="{FF2B5EF4-FFF2-40B4-BE49-F238E27FC236}">
                <a16:creationId xmlns:a16="http://schemas.microsoft.com/office/drawing/2014/main" id="{9DC278F2-4C50-45FB-B622-E37194068CDF}"/>
              </a:ext>
            </a:extLst>
          </p:cNvPr>
          <p:cNvSpPr/>
          <p:nvPr/>
        </p:nvSpPr>
        <p:spPr>
          <a:xfrm>
            <a:off x="718779" y="2671449"/>
            <a:ext cx="3469274" cy="553240"/>
          </a:xfrm>
          <a:prstGeom prst="rect">
            <a:avLst/>
          </a:prstGeom>
          <a:no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83;p29">
            <a:extLst>
              <a:ext uri="{FF2B5EF4-FFF2-40B4-BE49-F238E27FC236}">
                <a16:creationId xmlns:a16="http://schemas.microsoft.com/office/drawing/2014/main" id="{1EF53F11-1CCA-4580-80A3-CBD31C7CF2F2}"/>
              </a:ext>
            </a:extLst>
          </p:cNvPr>
          <p:cNvSpPr/>
          <p:nvPr/>
        </p:nvSpPr>
        <p:spPr>
          <a:xfrm>
            <a:off x="617304" y="2562024"/>
            <a:ext cx="3469274" cy="553240"/>
          </a:xfrm>
          <a:prstGeom prst="rect">
            <a:avLst/>
          </a:prstGeom>
          <a:solidFill>
            <a:srgbClr val="E040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92;p29">
            <a:extLst>
              <a:ext uri="{FF2B5EF4-FFF2-40B4-BE49-F238E27FC236}">
                <a16:creationId xmlns:a16="http://schemas.microsoft.com/office/drawing/2014/main" id="{A80B4EAD-3943-4F3C-878E-D99DAB74DE1A}"/>
              </a:ext>
            </a:extLst>
          </p:cNvPr>
          <p:cNvSpPr txBox="1"/>
          <p:nvPr/>
        </p:nvSpPr>
        <p:spPr>
          <a:xfrm flipH="1">
            <a:off x="746598" y="2671449"/>
            <a:ext cx="3339980" cy="408153"/>
          </a:xfrm>
          <a:prstGeom prst="rect">
            <a:avLst/>
          </a:prstGeom>
          <a:noFill/>
          <a:ln>
            <a:noFill/>
          </a:ln>
        </p:spPr>
        <p:txBody>
          <a:bodyPr spcFirstLastPara="1" wrap="square" lIns="91425" tIns="91425" rIns="91425" bIns="91425" anchor="b" anchorCtr="0">
            <a:noAutofit/>
          </a:bodyPr>
          <a:lstStyle/>
          <a:p>
            <a:pPr lvl="0"/>
            <a:r>
              <a:rPr lang="en-US" dirty="0">
                <a:solidFill>
                  <a:srgbClr val="F4F2F2"/>
                </a:solidFill>
                <a:latin typeface="Oswald"/>
                <a:ea typeface="Oswald"/>
                <a:cs typeface="Oswald"/>
                <a:sym typeface="Oswald"/>
              </a:rPr>
              <a:t> You can replace inheritance with composition.</a:t>
            </a:r>
          </a:p>
        </p:txBody>
      </p:sp>
      <p:sp>
        <p:nvSpPr>
          <p:cNvPr id="31" name="Google Shape;282;p29">
            <a:extLst>
              <a:ext uri="{FF2B5EF4-FFF2-40B4-BE49-F238E27FC236}">
                <a16:creationId xmlns:a16="http://schemas.microsoft.com/office/drawing/2014/main" id="{10E79ACA-2344-421D-A1E7-470763573F67}"/>
              </a:ext>
            </a:extLst>
          </p:cNvPr>
          <p:cNvSpPr/>
          <p:nvPr/>
        </p:nvSpPr>
        <p:spPr>
          <a:xfrm>
            <a:off x="718779" y="3456674"/>
            <a:ext cx="3469274" cy="553240"/>
          </a:xfrm>
          <a:prstGeom prst="rect">
            <a:avLst/>
          </a:prstGeom>
          <a:no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83;p29">
            <a:extLst>
              <a:ext uri="{FF2B5EF4-FFF2-40B4-BE49-F238E27FC236}">
                <a16:creationId xmlns:a16="http://schemas.microsoft.com/office/drawing/2014/main" id="{1F287DA9-2655-4BFF-A47D-04E614A2F2B3}"/>
              </a:ext>
            </a:extLst>
          </p:cNvPr>
          <p:cNvSpPr/>
          <p:nvPr/>
        </p:nvSpPr>
        <p:spPr>
          <a:xfrm>
            <a:off x="617304" y="3347249"/>
            <a:ext cx="3469274" cy="553240"/>
          </a:xfrm>
          <a:prstGeom prst="rect">
            <a:avLst/>
          </a:prstGeom>
          <a:solidFill>
            <a:srgbClr val="E040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92;p29">
            <a:extLst>
              <a:ext uri="{FF2B5EF4-FFF2-40B4-BE49-F238E27FC236}">
                <a16:creationId xmlns:a16="http://schemas.microsoft.com/office/drawing/2014/main" id="{35C14893-884A-4847-B309-57C65B4E470B}"/>
              </a:ext>
            </a:extLst>
          </p:cNvPr>
          <p:cNvSpPr txBox="1"/>
          <p:nvPr/>
        </p:nvSpPr>
        <p:spPr>
          <a:xfrm flipH="1">
            <a:off x="746598" y="3492770"/>
            <a:ext cx="3339980" cy="408153"/>
          </a:xfrm>
          <a:prstGeom prst="rect">
            <a:avLst/>
          </a:prstGeom>
          <a:noFill/>
          <a:ln>
            <a:noFill/>
          </a:ln>
        </p:spPr>
        <p:txBody>
          <a:bodyPr spcFirstLastPara="1" wrap="square" lIns="91425" tIns="91425" rIns="91425" bIns="91425" anchor="b" anchorCtr="0">
            <a:noAutofit/>
          </a:bodyPr>
          <a:lstStyle/>
          <a:p>
            <a:pPr lvl="0"/>
            <a:r>
              <a:rPr lang="en-US" dirty="0">
                <a:solidFill>
                  <a:srgbClr val="F4F2F2"/>
                </a:solidFill>
                <a:latin typeface="Oswald"/>
                <a:ea typeface="Oswald"/>
                <a:cs typeface="Oswald"/>
                <a:sym typeface="Oswald"/>
              </a:rPr>
              <a:t> Open/Closed Principle. You can introduce new strategies without having to change the context.</a:t>
            </a:r>
          </a:p>
        </p:txBody>
      </p:sp>
      <p:sp>
        <p:nvSpPr>
          <p:cNvPr id="37" name="Google Shape;282;p29">
            <a:extLst>
              <a:ext uri="{FF2B5EF4-FFF2-40B4-BE49-F238E27FC236}">
                <a16:creationId xmlns:a16="http://schemas.microsoft.com/office/drawing/2014/main" id="{1C6BDA3A-8CA0-43ED-A78E-ABCB5DB0BE25}"/>
              </a:ext>
            </a:extLst>
          </p:cNvPr>
          <p:cNvSpPr/>
          <p:nvPr/>
        </p:nvSpPr>
        <p:spPr>
          <a:xfrm>
            <a:off x="4637781" y="912551"/>
            <a:ext cx="3469274" cy="553240"/>
          </a:xfrm>
          <a:prstGeom prst="rect">
            <a:avLst/>
          </a:prstGeom>
          <a:no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92;p29">
            <a:extLst>
              <a:ext uri="{FF2B5EF4-FFF2-40B4-BE49-F238E27FC236}">
                <a16:creationId xmlns:a16="http://schemas.microsoft.com/office/drawing/2014/main" id="{70C917C5-5FC9-4989-8E18-FC629B9C868A}"/>
              </a:ext>
            </a:extLst>
          </p:cNvPr>
          <p:cNvSpPr txBox="1"/>
          <p:nvPr/>
        </p:nvSpPr>
        <p:spPr>
          <a:xfrm flipH="1">
            <a:off x="4665599" y="1083530"/>
            <a:ext cx="3441455" cy="408153"/>
          </a:xfrm>
          <a:prstGeom prst="rect">
            <a:avLst/>
          </a:prstGeom>
          <a:noFill/>
          <a:ln>
            <a:noFill/>
          </a:ln>
        </p:spPr>
        <p:txBody>
          <a:bodyPr spcFirstLastPara="1" wrap="square" lIns="91425" tIns="91425" rIns="91425" bIns="91425" anchor="b" anchorCtr="0">
            <a:noAutofit/>
          </a:bodyPr>
          <a:lstStyle/>
          <a:p>
            <a:pPr lvl="0"/>
            <a:r>
              <a:rPr lang="en-US" dirty="0">
                <a:solidFill>
                  <a:schemeClr val="tx1"/>
                </a:solidFill>
                <a:latin typeface="Oswald"/>
                <a:ea typeface="Oswald"/>
                <a:cs typeface="Oswald"/>
                <a:sym typeface="Oswald"/>
              </a:rPr>
              <a:t>The addition of context classes causes more objects in our application</a:t>
            </a:r>
          </a:p>
        </p:txBody>
      </p:sp>
      <p:sp>
        <p:nvSpPr>
          <p:cNvPr id="39" name="Google Shape;282;p29">
            <a:extLst>
              <a:ext uri="{FF2B5EF4-FFF2-40B4-BE49-F238E27FC236}">
                <a16:creationId xmlns:a16="http://schemas.microsoft.com/office/drawing/2014/main" id="{470C5623-06B6-4CC7-A89E-56FC1386060E}"/>
              </a:ext>
            </a:extLst>
          </p:cNvPr>
          <p:cNvSpPr/>
          <p:nvPr/>
        </p:nvSpPr>
        <p:spPr>
          <a:xfrm>
            <a:off x="4637781" y="1807201"/>
            <a:ext cx="3469274" cy="1329506"/>
          </a:xfrm>
          <a:prstGeom prst="rect">
            <a:avLst/>
          </a:prstGeom>
          <a:no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endParaRPr>
          </a:p>
        </p:txBody>
      </p:sp>
      <p:sp>
        <p:nvSpPr>
          <p:cNvPr id="40" name="Google Shape;292;p29">
            <a:extLst>
              <a:ext uri="{FF2B5EF4-FFF2-40B4-BE49-F238E27FC236}">
                <a16:creationId xmlns:a16="http://schemas.microsoft.com/office/drawing/2014/main" id="{416095F6-AC3A-48CF-BC8B-31616027A267}"/>
              </a:ext>
            </a:extLst>
          </p:cNvPr>
          <p:cNvSpPr txBox="1"/>
          <p:nvPr/>
        </p:nvSpPr>
        <p:spPr>
          <a:xfrm flipH="1">
            <a:off x="4665600" y="1964320"/>
            <a:ext cx="3339980" cy="1121392"/>
          </a:xfrm>
          <a:prstGeom prst="rect">
            <a:avLst/>
          </a:prstGeom>
          <a:noFill/>
          <a:ln>
            <a:noFill/>
          </a:ln>
        </p:spPr>
        <p:txBody>
          <a:bodyPr spcFirstLastPara="1" wrap="square" lIns="91425" tIns="91425" rIns="91425" bIns="91425" anchor="b" anchorCtr="0">
            <a:noAutofit/>
          </a:bodyPr>
          <a:lstStyle/>
          <a:p>
            <a:pPr lvl="0"/>
            <a:r>
              <a:rPr lang="en-US" dirty="0">
                <a:solidFill>
                  <a:schemeClr val="tx1"/>
                </a:solidFill>
                <a:latin typeface="Oswald"/>
                <a:ea typeface="Oswald"/>
                <a:cs typeface="Oswald"/>
                <a:sym typeface="Oswald"/>
              </a:rPr>
              <a:t>Users of the application must be aware of different strategies; otherwise, the output may surprise them. So, there exists a tight coupling between the client code and the implementation of different strategies.</a:t>
            </a:r>
          </a:p>
        </p:txBody>
      </p:sp>
      <p:sp>
        <p:nvSpPr>
          <p:cNvPr id="25" name="Google Shape;282;p29">
            <a:extLst>
              <a:ext uri="{FF2B5EF4-FFF2-40B4-BE49-F238E27FC236}">
                <a16:creationId xmlns:a16="http://schemas.microsoft.com/office/drawing/2014/main" id="{4C9A8108-DD34-4EFF-8046-D7AA05306E6D}"/>
              </a:ext>
            </a:extLst>
          </p:cNvPr>
          <p:cNvSpPr/>
          <p:nvPr/>
        </p:nvSpPr>
        <p:spPr>
          <a:xfrm>
            <a:off x="4637781" y="3452225"/>
            <a:ext cx="3469274" cy="553240"/>
          </a:xfrm>
          <a:prstGeom prst="rect">
            <a:avLst/>
          </a:prstGeom>
          <a:no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92;p29">
            <a:extLst>
              <a:ext uri="{FF2B5EF4-FFF2-40B4-BE49-F238E27FC236}">
                <a16:creationId xmlns:a16="http://schemas.microsoft.com/office/drawing/2014/main" id="{E5FF0D86-BD15-4389-8989-9CA4A1EB7563}"/>
              </a:ext>
            </a:extLst>
          </p:cNvPr>
          <p:cNvSpPr txBox="1"/>
          <p:nvPr/>
        </p:nvSpPr>
        <p:spPr>
          <a:xfrm flipH="1">
            <a:off x="4665599" y="3623204"/>
            <a:ext cx="3441455" cy="408153"/>
          </a:xfrm>
          <a:prstGeom prst="rect">
            <a:avLst/>
          </a:prstGeom>
          <a:noFill/>
          <a:ln>
            <a:noFill/>
          </a:ln>
        </p:spPr>
        <p:txBody>
          <a:bodyPr spcFirstLastPara="1" wrap="square" lIns="91425" tIns="91425" rIns="91425" bIns="91425" anchor="b" anchorCtr="0">
            <a:noAutofit/>
          </a:bodyPr>
          <a:lstStyle/>
          <a:p>
            <a:pPr lvl="0"/>
            <a:r>
              <a:rPr lang="en-US" dirty="0">
                <a:solidFill>
                  <a:schemeClr val="tx1"/>
                </a:solidFill>
                <a:latin typeface="Oswald"/>
                <a:ea typeface="Oswald"/>
                <a:cs typeface="Oswald"/>
                <a:sym typeface="Oswald"/>
              </a:rPr>
              <a:t>When you introduce a new behavior/algorithm, you may need to change the client code also.</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theme/theme1.xml><?xml version="1.0" encoding="utf-8"?>
<a:theme xmlns:a="http://schemas.openxmlformats.org/drawingml/2006/main" name="Digital Company Newsletter by Slides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80EBA61DBEBAC47997BD1227BBFF84F" ma:contentTypeVersion="8" ma:contentTypeDescription="Create a new document." ma:contentTypeScope="" ma:versionID="298403a5cfed811797681987cadf22f6">
  <xsd:schema xmlns:xsd="http://www.w3.org/2001/XMLSchema" xmlns:xs="http://www.w3.org/2001/XMLSchema" xmlns:p="http://schemas.microsoft.com/office/2006/metadata/properties" xmlns:ns3="9d9b5332-a5d8-4d74-b69a-d1c687b97975" targetNamespace="http://schemas.microsoft.com/office/2006/metadata/properties" ma:root="true" ma:fieldsID="e8f8231e430204b29b48fac9f8fad49d" ns3:_="">
    <xsd:import namespace="9d9b5332-a5d8-4d74-b69a-d1c687b97975"/>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3:MediaServiceLocation"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d9b5332-a5d8-4d74-b69a-d1c687b9797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E2B1926-CFE5-4C8F-ABA5-F8CBD5E817DD}">
  <ds:schemaRefs>
    <ds:schemaRef ds:uri="http://schemas.microsoft.com/sharepoint/v3/contenttype/forms"/>
  </ds:schemaRefs>
</ds:datastoreItem>
</file>

<file path=customXml/itemProps2.xml><?xml version="1.0" encoding="utf-8"?>
<ds:datastoreItem xmlns:ds="http://schemas.openxmlformats.org/officeDocument/2006/customXml" ds:itemID="{D2AB21F6-E173-4328-93D1-F3A4656A0EE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d9b5332-a5d8-4d74-b69a-d1c687b9797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5E3191F-04F8-4CA4-B94C-567165FCC933}">
  <ds:schemaRefs>
    <ds:schemaRef ds:uri="http://schemas.microsoft.com/office/2006/documentManagement/types"/>
    <ds:schemaRef ds:uri="http://schemas.microsoft.com/office/2006/metadata/properties"/>
    <ds:schemaRef ds:uri="http://purl.org/dc/terms/"/>
    <ds:schemaRef ds:uri="9d9b5332-a5d8-4d74-b69a-d1c687b97975"/>
    <ds:schemaRef ds:uri="http://purl.org/dc/elements/1.1/"/>
    <ds:schemaRef ds:uri="http://schemas.microsoft.com/office/infopath/2007/PartnerControls"/>
    <ds:schemaRef ds:uri="http://schemas.openxmlformats.org/package/2006/metadata/core-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13857</TotalTime>
  <Words>859</Words>
  <Application>Microsoft Office PowerPoint</Application>
  <PresentationFormat>On-screen Show (16:9)</PresentationFormat>
  <Paragraphs>89</Paragraphs>
  <Slides>19</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Barlow</vt:lpstr>
      <vt:lpstr>Fira Sans Extra Condensed Medium</vt:lpstr>
      <vt:lpstr>Arial</vt:lpstr>
      <vt:lpstr>Barlow Semi Condensed Light</vt:lpstr>
      <vt:lpstr>Oswald</vt:lpstr>
      <vt:lpstr>Roboto Slab Regular</vt:lpstr>
      <vt:lpstr>Barlow Semi Condensed</vt:lpstr>
      <vt:lpstr>Digital Company Newsletter by Slidesgo</vt:lpstr>
      <vt:lpstr>STRATEGY PATTERN</vt:lpstr>
      <vt:lpstr>INTRODUCTION</vt:lpstr>
      <vt:lpstr>01</vt:lpstr>
      <vt:lpstr>Imagine </vt:lpstr>
      <vt:lpstr>PowerPoint Presentation</vt:lpstr>
      <vt:lpstr>PowerPoint Presentation</vt:lpstr>
      <vt:lpstr>02</vt:lpstr>
      <vt:lpstr>DEFINITION</vt:lpstr>
      <vt:lpstr>PowerPoint Presentation</vt:lpstr>
      <vt:lpstr>PowerPoint Presentation</vt:lpstr>
      <vt:lpstr>REAL-WORLD ANALOGY</vt:lpstr>
      <vt:lpstr>PowerPoint Presentation</vt:lpstr>
      <vt:lpstr>PowerPoint Presentation</vt:lpstr>
      <vt:lpstr>PowerPoint Presentation</vt:lpstr>
      <vt:lpstr>PowerPoint Presentation</vt:lpstr>
      <vt:lpstr>PROGRAMMING PROBLEM</vt:lpstr>
      <vt:lpstr>PowerPoint Presentation</vt:lpstr>
      <vt:lpstr>03</vt:lpstr>
      <vt:lpstr>PROS &amp; CONS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COMPANY NEWSLETTER</dc:title>
  <dc:creator>Hieu</dc:creator>
  <cp:lastModifiedBy>HUỲNH MINH HIẾU</cp:lastModifiedBy>
  <cp:revision>85</cp:revision>
  <dcterms:modified xsi:type="dcterms:W3CDTF">2019-12-11T02:06:41Z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0x010100A80EBA61DBEBAC47997BD1227BBFF84F</vt:lpwstr>
  </property>
</Properties>
</file>